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 id="2147483754" r:id="rId2"/>
  </p:sldMasterIdLst>
  <p:notesMasterIdLst>
    <p:notesMasterId r:id="rId18"/>
  </p:notesMasterIdLst>
  <p:handoutMasterIdLst>
    <p:handoutMasterId r:id="rId19"/>
  </p:handoutMasterIdLst>
  <p:sldIdLst>
    <p:sldId id="283" r:id="rId3"/>
    <p:sldId id="284" r:id="rId4"/>
    <p:sldId id="285" r:id="rId5"/>
    <p:sldId id="286" r:id="rId6"/>
    <p:sldId id="287" r:id="rId7"/>
    <p:sldId id="288" r:id="rId8"/>
    <p:sldId id="289" r:id="rId9"/>
    <p:sldId id="290" r:id="rId10"/>
    <p:sldId id="291" r:id="rId11"/>
    <p:sldId id="292" r:id="rId12"/>
    <p:sldId id="293" r:id="rId13"/>
    <p:sldId id="294" r:id="rId14"/>
    <p:sldId id="295" r:id="rId15"/>
    <p:sldId id="296" r:id="rId16"/>
    <p:sldId id="297" r:id="rId17"/>
  </p:sldIdLst>
  <p:sldSz cx="9144000" cy="5143500" type="screen16x9"/>
  <p:notesSz cx="5143500" cy="9144000"/>
  <p:defaultTex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9290B5C-86DF-FF47-BCD6-5B27BE58F791}" v="1" dt="2026-06-21T20:55:04.07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413"/>
    <p:restoredTop sz="96301"/>
  </p:normalViewPr>
  <p:slideViewPr>
    <p:cSldViewPr snapToGrid="0" snapToObjects="1">
      <p:cViewPr varScale="1">
        <p:scale>
          <a:sx n="126" d="100"/>
          <a:sy n="126" d="100"/>
        </p:scale>
        <p:origin x="200" y="784"/>
      </p:cViewPr>
      <p:guideLst/>
    </p:cSldViewPr>
  </p:slideViewPr>
  <p:notesTextViewPr>
    <p:cViewPr>
      <p:scale>
        <a:sx n="1" d="1"/>
        <a:sy n="1" d="1"/>
      </p:scale>
      <p:origin x="0" y="0"/>
    </p:cViewPr>
  </p:notesTextViewPr>
  <p:notesViewPr>
    <p:cSldViewPr snapToGrid="0" snapToObjects="1">
      <p:cViewPr varScale="1">
        <p:scale>
          <a:sx n="81" d="100"/>
          <a:sy n="81" d="100"/>
        </p:scale>
        <p:origin x="3230" y="53"/>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chael Whitehouse" userId="0ecba9273f6ad366" providerId="LiveId" clId="{F36E82C0-65ED-4BE7-8730-0F102FB388DD}"/>
    <pc:docChg chg="custSel addSld delSld modSld modMainMaster">
      <pc:chgData name="Michael Whitehouse" userId="0ecba9273f6ad366" providerId="LiveId" clId="{F36E82C0-65ED-4BE7-8730-0F102FB388DD}" dt="2026-06-09T13:14:23.940" v="882" actId="2696"/>
      <pc:docMkLst>
        <pc:docMk/>
      </pc:docMkLst>
      <pc:sldChg chg="modSp add mod">
        <pc:chgData name="Michael Whitehouse" userId="0ecba9273f6ad366" providerId="LiveId" clId="{F36E82C0-65ED-4BE7-8730-0F102FB388DD}" dt="2026-06-09T13:14:15.660" v="6" actId="20577"/>
        <pc:sldMkLst>
          <pc:docMk/>
          <pc:sldMk cId="162564735" sldId="283"/>
        </pc:sldMkLst>
        <pc:spChg chg="mod">
          <ac:chgData name="Michael Whitehouse" userId="0ecba9273f6ad366" providerId="LiveId" clId="{F36E82C0-65ED-4BE7-8730-0F102FB388DD}" dt="2026-06-09T13:14:15.654" v="5" actId="20577"/>
          <ac:spMkLst>
            <pc:docMk/>
            <pc:sldMk cId="162564735" sldId="283"/>
            <ac:spMk id="2" creationId="{306DC078-4245-1636-B628-0098AEC8336F}"/>
          </ac:spMkLst>
        </pc:spChg>
        <pc:spChg chg="mod">
          <ac:chgData name="Michael Whitehouse" userId="0ecba9273f6ad366" providerId="LiveId" clId="{F36E82C0-65ED-4BE7-8730-0F102FB388DD}" dt="2026-06-09T13:14:15.660" v="6" actId="20577"/>
          <ac:spMkLst>
            <pc:docMk/>
            <pc:sldMk cId="162564735" sldId="283"/>
            <ac:spMk id="3" creationId="{08FB291D-064C-C0EA-1146-A7D25A2C4BFC}"/>
          </ac:spMkLst>
        </pc:spChg>
      </pc:sldChg>
      <pc:sldChg chg="addSp delSp modSp add mod">
        <pc:chgData name="Michael Whitehouse" userId="0ecba9273f6ad366" providerId="LiveId" clId="{F36E82C0-65ED-4BE7-8730-0F102FB388DD}" dt="2026-06-09T13:14:15.921" v="52" actId="207"/>
        <pc:sldMkLst>
          <pc:docMk/>
          <pc:sldMk cId="1712077891" sldId="284"/>
        </pc:sldMkLst>
        <pc:spChg chg="mod">
          <ac:chgData name="Michael Whitehouse" userId="0ecba9273f6ad366" providerId="LiveId" clId="{F36E82C0-65ED-4BE7-8730-0F102FB388DD}" dt="2026-06-09T13:14:15.681" v="10" actId="139"/>
          <ac:spMkLst>
            <pc:docMk/>
            <pc:sldMk cId="1712077891" sldId="284"/>
            <ac:spMk id="2" creationId="{86D76065-E551-4A5F-1BEE-7B97943C861B}"/>
          </ac:spMkLst>
        </pc:spChg>
        <pc:spChg chg="mod">
          <ac:chgData name="Michael Whitehouse" userId="0ecba9273f6ad366" providerId="LiveId" clId="{F36E82C0-65ED-4BE7-8730-0F102FB388DD}" dt="2026-06-09T13:14:15.822" v="15" actId="139"/>
          <ac:spMkLst>
            <pc:docMk/>
            <pc:sldMk cId="1712077891" sldId="284"/>
            <ac:spMk id="3" creationId="{BE983CDF-4F67-3892-BFCA-28DA8B8EC61C}"/>
          </ac:spMkLst>
        </pc:spChg>
        <pc:spChg chg="mod">
          <ac:chgData name="Michael Whitehouse" userId="0ecba9273f6ad366" providerId="LiveId" clId="{F36E82C0-65ED-4BE7-8730-0F102FB388DD}" dt="2026-06-09T13:14:15.832" v="20" actId="139"/>
          <ac:spMkLst>
            <pc:docMk/>
            <pc:sldMk cId="1712077891" sldId="284"/>
            <ac:spMk id="4" creationId="{6B7E7F9A-FF53-DAAB-5430-908819DF33AD}"/>
          </ac:spMkLst>
        </pc:spChg>
        <pc:spChg chg="mod">
          <ac:chgData name="Michael Whitehouse" userId="0ecba9273f6ad366" providerId="LiveId" clId="{F36E82C0-65ED-4BE7-8730-0F102FB388DD}" dt="2026-06-09T13:14:15.846" v="25" actId="139"/>
          <ac:spMkLst>
            <pc:docMk/>
            <pc:sldMk cId="1712077891" sldId="284"/>
            <ac:spMk id="5" creationId="{437DFBB4-E768-2DB0-2981-08AB31809949}"/>
          </ac:spMkLst>
        </pc:spChg>
        <pc:spChg chg="mod">
          <ac:chgData name="Michael Whitehouse" userId="0ecba9273f6ad366" providerId="LiveId" clId="{F36E82C0-65ED-4BE7-8730-0F102FB388DD}" dt="2026-06-09T13:14:15.856" v="30" actId="139"/>
          <ac:spMkLst>
            <pc:docMk/>
            <pc:sldMk cId="1712077891" sldId="284"/>
            <ac:spMk id="6" creationId="{7196DC64-77F0-DA84-A45D-D2B8F95BBB96}"/>
          </ac:spMkLst>
        </pc:spChg>
        <pc:spChg chg="add mod">
          <ac:chgData name="Michael Whitehouse" userId="0ecba9273f6ad366" providerId="LiveId" clId="{F36E82C0-65ED-4BE7-8730-0F102FB388DD}" dt="2026-06-09T13:14:15.895" v="42" actId="207"/>
          <ac:spMkLst>
            <pc:docMk/>
            <pc:sldMk cId="1712077891" sldId="284"/>
            <ac:spMk id="8" creationId="{3553B857-6D2D-67C5-93E5-AF8DE6F18238}"/>
          </ac:spMkLst>
        </pc:spChg>
        <pc:spChg chg="add mod">
          <ac:chgData name="Michael Whitehouse" userId="0ecba9273f6ad366" providerId="LiveId" clId="{F36E82C0-65ED-4BE7-8730-0F102FB388DD}" dt="2026-06-09T13:14:15.921" v="52" actId="207"/>
          <ac:spMkLst>
            <pc:docMk/>
            <pc:sldMk cId="1712077891" sldId="284"/>
            <ac:spMk id="9" creationId="{08B62F70-7C24-1E53-6F2F-1B897FAA7CE6}"/>
          </ac:spMkLst>
        </pc:spChg>
      </pc:sldChg>
      <pc:sldChg chg="addSp modSp add mod">
        <pc:chgData name="Michael Whitehouse" userId="0ecba9273f6ad366" providerId="LiveId" clId="{F36E82C0-65ED-4BE7-8730-0F102FB388DD}" dt="2026-06-09T13:14:16.103" v="101" actId="207"/>
        <pc:sldMkLst>
          <pc:docMk/>
          <pc:sldMk cId="3600004708" sldId="285"/>
        </pc:sldMkLst>
        <pc:spChg chg="mod">
          <ac:chgData name="Michael Whitehouse" userId="0ecba9273f6ad366" providerId="LiveId" clId="{F36E82C0-65ED-4BE7-8730-0F102FB388DD}" dt="2026-06-09T13:14:15.929" v="56" actId="139"/>
          <ac:spMkLst>
            <pc:docMk/>
            <pc:sldMk cId="3600004708" sldId="285"/>
            <ac:spMk id="2" creationId="{49761F0A-849E-B706-EA07-84843A34932B}"/>
          </ac:spMkLst>
        </pc:spChg>
        <pc:spChg chg="mod">
          <ac:chgData name="Michael Whitehouse" userId="0ecba9273f6ad366" providerId="LiveId" clId="{F36E82C0-65ED-4BE7-8730-0F102FB388DD}" dt="2026-06-09T13:14:16.042" v="61" actId="139"/>
          <ac:spMkLst>
            <pc:docMk/>
            <pc:sldMk cId="3600004708" sldId="285"/>
            <ac:spMk id="3" creationId="{0C365D72-C198-2B57-B679-0A22E90A2DC4}"/>
          </ac:spMkLst>
        </pc:spChg>
        <pc:spChg chg="mod">
          <ac:chgData name="Michael Whitehouse" userId="0ecba9273f6ad366" providerId="LiveId" clId="{F36E82C0-65ED-4BE7-8730-0F102FB388DD}" dt="2026-06-09T13:14:16.051" v="66" actId="139"/>
          <ac:spMkLst>
            <pc:docMk/>
            <pc:sldMk cId="3600004708" sldId="285"/>
            <ac:spMk id="4" creationId="{A253353F-D574-795F-D6E9-A6663448E081}"/>
          </ac:spMkLst>
        </pc:spChg>
        <pc:spChg chg="mod">
          <ac:chgData name="Michael Whitehouse" userId="0ecba9273f6ad366" providerId="LiveId" clId="{F36E82C0-65ED-4BE7-8730-0F102FB388DD}" dt="2026-06-09T13:14:16.060" v="71" actId="139"/>
          <ac:spMkLst>
            <pc:docMk/>
            <pc:sldMk cId="3600004708" sldId="285"/>
            <ac:spMk id="5" creationId="{C37B085F-5A5D-55AD-70B6-25EDA18657B1}"/>
          </ac:spMkLst>
        </pc:spChg>
        <pc:spChg chg="mod">
          <ac:chgData name="Michael Whitehouse" userId="0ecba9273f6ad366" providerId="LiveId" clId="{F36E82C0-65ED-4BE7-8730-0F102FB388DD}" dt="2026-06-09T13:14:16.068" v="76" actId="139"/>
          <ac:spMkLst>
            <pc:docMk/>
            <pc:sldMk cId="3600004708" sldId="285"/>
            <ac:spMk id="6" creationId="{94639034-EBCB-F80A-311D-28E85E1DBD41}"/>
          </ac:spMkLst>
        </pc:spChg>
        <pc:spChg chg="mod">
          <ac:chgData name="Michael Whitehouse" userId="0ecba9273f6ad366" providerId="LiveId" clId="{F36E82C0-65ED-4BE7-8730-0F102FB388DD}" dt="2026-06-09T13:14:16.078" v="81" actId="139"/>
          <ac:spMkLst>
            <pc:docMk/>
            <pc:sldMk cId="3600004708" sldId="285"/>
            <ac:spMk id="7" creationId="{A0106780-94D7-3E2D-72C4-1D46B7BDD494}"/>
          </ac:spMkLst>
        </pc:spChg>
        <pc:spChg chg="add mod">
          <ac:chgData name="Michael Whitehouse" userId="0ecba9273f6ad366" providerId="LiveId" clId="{F36E82C0-65ED-4BE7-8730-0F102FB388DD}" dt="2026-06-09T13:14:16.089" v="91" actId="207"/>
          <ac:spMkLst>
            <pc:docMk/>
            <pc:sldMk cId="3600004708" sldId="285"/>
            <ac:spMk id="8" creationId="{28505C70-BBA9-A430-8818-F2DB55986B34}"/>
          </ac:spMkLst>
        </pc:spChg>
        <pc:spChg chg="add mod">
          <ac:chgData name="Michael Whitehouse" userId="0ecba9273f6ad366" providerId="LiveId" clId="{F36E82C0-65ED-4BE7-8730-0F102FB388DD}" dt="2026-06-09T13:14:16.103" v="101" actId="207"/>
          <ac:spMkLst>
            <pc:docMk/>
            <pc:sldMk cId="3600004708" sldId="285"/>
            <ac:spMk id="9" creationId="{D68E2646-39B6-4FDD-8D33-628870714468}"/>
          </ac:spMkLst>
        </pc:spChg>
      </pc:sldChg>
      <pc:sldChg chg="addSp modSp add mod">
        <pc:chgData name="Michael Whitehouse" userId="0ecba9273f6ad366" providerId="LiveId" clId="{F36E82C0-65ED-4BE7-8730-0F102FB388DD}" dt="2026-06-09T13:14:17.357" v="198" actId="207"/>
        <pc:sldMkLst>
          <pc:docMk/>
          <pc:sldMk cId="3472735309" sldId="286"/>
        </pc:sldMkLst>
        <pc:spChg chg="mod">
          <ac:chgData name="Michael Whitehouse" userId="0ecba9273f6ad366" providerId="LiveId" clId="{F36E82C0-65ED-4BE7-8730-0F102FB388DD}" dt="2026-06-09T13:14:16.111" v="105" actId="139"/>
          <ac:spMkLst>
            <pc:docMk/>
            <pc:sldMk cId="3472735309" sldId="286"/>
            <ac:spMk id="2" creationId="{1732B733-7D65-49E7-2E59-5826D6655053}"/>
          </ac:spMkLst>
        </pc:spChg>
        <pc:spChg chg="add mod">
          <ac:chgData name="Michael Whitehouse" userId="0ecba9273f6ad366" providerId="LiveId" clId="{F36E82C0-65ED-4BE7-8730-0F102FB388DD}" dt="2026-06-09T13:14:16.589" v="116" actId="139"/>
          <ac:spMkLst>
            <pc:docMk/>
            <pc:sldMk cId="3472735309" sldId="286"/>
            <ac:spMk id="3" creationId="{336FDA51-1EF3-31FE-7F07-8026519ED4EB}"/>
          </ac:spMkLst>
        </pc:spChg>
        <pc:spChg chg="add mod">
          <ac:chgData name="Michael Whitehouse" userId="0ecba9273f6ad366" providerId="LiveId" clId="{F36E82C0-65ED-4BE7-8730-0F102FB388DD}" dt="2026-06-09T13:14:17.345" v="188" actId="207"/>
          <ac:spMkLst>
            <pc:docMk/>
            <pc:sldMk cId="3472735309" sldId="286"/>
            <ac:spMk id="10" creationId="{B60AD6D1-95B4-0381-4746-915880B45969}"/>
          </ac:spMkLst>
        </pc:spChg>
        <pc:spChg chg="add mod">
          <ac:chgData name="Michael Whitehouse" userId="0ecba9273f6ad366" providerId="LiveId" clId="{F36E82C0-65ED-4BE7-8730-0F102FB388DD}" dt="2026-06-09T13:14:17.357" v="198" actId="207"/>
          <ac:spMkLst>
            <pc:docMk/>
            <pc:sldMk cId="3472735309" sldId="286"/>
            <ac:spMk id="11" creationId="{623C082C-807A-1573-D44A-7842268F152E}"/>
          </ac:spMkLst>
        </pc:spChg>
      </pc:sldChg>
      <pc:sldChg chg="addSp modSp add mod">
        <pc:chgData name="Michael Whitehouse" userId="0ecba9273f6ad366" providerId="LiveId" clId="{F36E82C0-65ED-4BE7-8730-0F102FB388DD}" dt="2026-06-09T13:14:18.637" v="295" actId="207"/>
        <pc:sldMkLst>
          <pc:docMk/>
          <pc:sldMk cId="4051824332" sldId="287"/>
        </pc:sldMkLst>
        <pc:spChg chg="mod">
          <ac:chgData name="Michael Whitehouse" userId="0ecba9273f6ad366" providerId="LiveId" clId="{F36E82C0-65ED-4BE7-8730-0F102FB388DD}" dt="2026-06-09T13:14:17.369" v="202" actId="139"/>
          <ac:spMkLst>
            <pc:docMk/>
            <pc:sldMk cId="4051824332" sldId="287"/>
            <ac:spMk id="2" creationId="{7781FC0B-820C-34EF-6A88-4E2935AEBD24}"/>
          </ac:spMkLst>
        </pc:spChg>
        <pc:spChg chg="add mod">
          <ac:chgData name="Michael Whitehouse" userId="0ecba9273f6ad366" providerId="LiveId" clId="{F36E82C0-65ED-4BE7-8730-0F102FB388DD}" dt="2026-06-09T13:14:17.836" v="213" actId="139"/>
          <ac:spMkLst>
            <pc:docMk/>
            <pc:sldMk cId="4051824332" sldId="287"/>
            <ac:spMk id="3" creationId="{20519A35-9845-F43C-3A71-39D5ECB1ED40}"/>
          </ac:spMkLst>
        </pc:spChg>
        <pc:spChg chg="add mod">
          <ac:chgData name="Michael Whitehouse" userId="0ecba9273f6ad366" providerId="LiveId" clId="{F36E82C0-65ED-4BE7-8730-0F102FB388DD}" dt="2026-06-09T13:14:18.605" v="285" actId="207"/>
          <ac:spMkLst>
            <pc:docMk/>
            <pc:sldMk cId="4051824332" sldId="287"/>
            <ac:spMk id="10" creationId="{14E73C9E-A834-3338-B43E-39828E7ADCFF}"/>
          </ac:spMkLst>
        </pc:spChg>
        <pc:spChg chg="add mod">
          <ac:chgData name="Michael Whitehouse" userId="0ecba9273f6ad366" providerId="LiveId" clId="{F36E82C0-65ED-4BE7-8730-0F102FB388DD}" dt="2026-06-09T13:14:18.637" v="295" actId="207"/>
          <ac:spMkLst>
            <pc:docMk/>
            <pc:sldMk cId="4051824332" sldId="287"/>
            <ac:spMk id="11" creationId="{15CF67D0-6C94-E993-7C3D-7C3A878154D4}"/>
          </ac:spMkLst>
        </pc:spChg>
      </pc:sldChg>
      <pc:sldChg chg="addSp modSp add mod">
        <pc:chgData name="Michael Whitehouse" userId="0ecba9273f6ad366" providerId="LiveId" clId="{F36E82C0-65ED-4BE7-8730-0F102FB388DD}" dt="2026-06-09T13:14:19.874" v="392" actId="207"/>
        <pc:sldMkLst>
          <pc:docMk/>
          <pc:sldMk cId="1568467338" sldId="288"/>
        </pc:sldMkLst>
        <pc:spChg chg="mod">
          <ac:chgData name="Michael Whitehouse" userId="0ecba9273f6ad366" providerId="LiveId" clId="{F36E82C0-65ED-4BE7-8730-0F102FB388DD}" dt="2026-06-09T13:14:18.651" v="299" actId="139"/>
          <ac:spMkLst>
            <pc:docMk/>
            <pc:sldMk cId="1568467338" sldId="288"/>
            <ac:spMk id="2" creationId="{A52D4507-C1A7-3F7D-2754-81EDF74A49F4}"/>
          </ac:spMkLst>
        </pc:spChg>
        <pc:spChg chg="add mod">
          <ac:chgData name="Michael Whitehouse" userId="0ecba9273f6ad366" providerId="LiveId" clId="{F36E82C0-65ED-4BE7-8730-0F102FB388DD}" dt="2026-06-09T13:14:19.088" v="310" actId="139"/>
          <ac:spMkLst>
            <pc:docMk/>
            <pc:sldMk cId="1568467338" sldId="288"/>
            <ac:spMk id="3" creationId="{018E114A-0367-F59F-269C-D5E6F2A04F35}"/>
          </ac:spMkLst>
        </pc:spChg>
        <pc:spChg chg="add mod">
          <ac:chgData name="Michael Whitehouse" userId="0ecba9273f6ad366" providerId="LiveId" clId="{F36E82C0-65ED-4BE7-8730-0F102FB388DD}" dt="2026-06-09T13:14:19.860" v="382" actId="207"/>
          <ac:spMkLst>
            <pc:docMk/>
            <pc:sldMk cId="1568467338" sldId="288"/>
            <ac:spMk id="10" creationId="{0C48C58B-E4C6-DC4C-9037-1F242656DBFE}"/>
          </ac:spMkLst>
        </pc:spChg>
        <pc:spChg chg="add mod">
          <ac:chgData name="Michael Whitehouse" userId="0ecba9273f6ad366" providerId="LiveId" clId="{F36E82C0-65ED-4BE7-8730-0F102FB388DD}" dt="2026-06-09T13:14:19.874" v="392" actId="207"/>
          <ac:spMkLst>
            <pc:docMk/>
            <pc:sldMk cId="1568467338" sldId="288"/>
            <ac:spMk id="11" creationId="{E4ECD9BA-08CF-1AA5-C4D8-30801E9C7656}"/>
          </ac:spMkLst>
        </pc:spChg>
      </pc:sldChg>
      <pc:sldChg chg="addSp modSp add mod">
        <pc:chgData name="Michael Whitehouse" userId="0ecba9273f6ad366" providerId="LiveId" clId="{F36E82C0-65ED-4BE7-8730-0F102FB388DD}" dt="2026-06-09T13:14:21.103" v="489" actId="207"/>
        <pc:sldMkLst>
          <pc:docMk/>
          <pc:sldMk cId="3179157013" sldId="289"/>
        </pc:sldMkLst>
        <pc:spChg chg="mod">
          <ac:chgData name="Michael Whitehouse" userId="0ecba9273f6ad366" providerId="LiveId" clId="{F36E82C0-65ED-4BE7-8730-0F102FB388DD}" dt="2026-06-09T13:14:19.881" v="396" actId="139"/>
          <ac:spMkLst>
            <pc:docMk/>
            <pc:sldMk cId="3179157013" sldId="289"/>
            <ac:spMk id="2" creationId="{2DAC4E98-E716-32B1-7C31-41CFB082F0E1}"/>
          </ac:spMkLst>
        </pc:spChg>
        <pc:spChg chg="add mod">
          <ac:chgData name="Michael Whitehouse" userId="0ecba9273f6ad366" providerId="LiveId" clId="{F36E82C0-65ED-4BE7-8730-0F102FB388DD}" dt="2026-06-09T13:14:20.333" v="407" actId="139"/>
          <ac:spMkLst>
            <pc:docMk/>
            <pc:sldMk cId="3179157013" sldId="289"/>
            <ac:spMk id="3" creationId="{309A9630-B8FF-FB5E-854C-B0A0A21DCF93}"/>
          </ac:spMkLst>
        </pc:spChg>
        <pc:spChg chg="add mod">
          <ac:chgData name="Michael Whitehouse" userId="0ecba9273f6ad366" providerId="LiveId" clId="{F36E82C0-65ED-4BE7-8730-0F102FB388DD}" dt="2026-06-09T13:14:21.090" v="479" actId="207"/>
          <ac:spMkLst>
            <pc:docMk/>
            <pc:sldMk cId="3179157013" sldId="289"/>
            <ac:spMk id="10" creationId="{92063A20-BEAD-970B-6625-2A6047A4E9AF}"/>
          </ac:spMkLst>
        </pc:spChg>
        <pc:spChg chg="add mod">
          <ac:chgData name="Michael Whitehouse" userId="0ecba9273f6ad366" providerId="LiveId" clId="{F36E82C0-65ED-4BE7-8730-0F102FB388DD}" dt="2026-06-09T13:14:21.103" v="489" actId="207"/>
          <ac:spMkLst>
            <pc:docMk/>
            <pc:sldMk cId="3179157013" sldId="289"/>
            <ac:spMk id="11" creationId="{34D80BA1-D658-0F74-4789-642A774046FF}"/>
          </ac:spMkLst>
        </pc:spChg>
      </pc:sldChg>
      <pc:sldChg chg="addSp modSp add mod">
        <pc:chgData name="Michael Whitehouse" userId="0ecba9273f6ad366" providerId="LiveId" clId="{F36E82C0-65ED-4BE7-8730-0F102FB388DD}" dt="2026-06-09T13:14:21.313" v="524" actId="207"/>
        <pc:sldMkLst>
          <pc:docMk/>
          <pc:sldMk cId="3403631755" sldId="290"/>
        </pc:sldMkLst>
        <pc:spChg chg="mod">
          <ac:chgData name="Michael Whitehouse" userId="0ecba9273f6ad366" providerId="LiveId" clId="{F36E82C0-65ED-4BE7-8730-0F102FB388DD}" dt="2026-06-09T13:14:21.110" v="493" actId="139"/>
          <ac:spMkLst>
            <pc:docMk/>
            <pc:sldMk cId="3403631755" sldId="290"/>
            <ac:spMk id="2" creationId="{A36EFE58-5B82-8DB5-CDE0-BA4CAB1415D4}"/>
          </ac:spMkLst>
        </pc:spChg>
        <pc:spChg chg="add mod">
          <ac:chgData name="Michael Whitehouse" userId="0ecba9273f6ad366" providerId="LiveId" clId="{F36E82C0-65ED-4BE7-8730-0F102FB388DD}" dt="2026-06-09T13:14:21.283" v="504" actId="139"/>
          <ac:spMkLst>
            <pc:docMk/>
            <pc:sldMk cId="3403631755" sldId="290"/>
            <ac:spMk id="3" creationId="{838F315E-6FEE-958A-55F4-B6C7BBB31625}"/>
          </ac:spMkLst>
        </pc:spChg>
        <pc:spChg chg="add mod">
          <ac:chgData name="Michael Whitehouse" userId="0ecba9273f6ad366" providerId="LiveId" clId="{F36E82C0-65ED-4BE7-8730-0F102FB388DD}" dt="2026-06-09T13:14:21.299" v="514" actId="207"/>
          <ac:spMkLst>
            <pc:docMk/>
            <pc:sldMk cId="3403631755" sldId="290"/>
            <ac:spMk id="4" creationId="{2137B7FF-2D88-4756-80BC-E250B895CE6C}"/>
          </ac:spMkLst>
        </pc:spChg>
        <pc:spChg chg="add mod">
          <ac:chgData name="Michael Whitehouse" userId="0ecba9273f6ad366" providerId="LiveId" clId="{F36E82C0-65ED-4BE7-8730-0F102FB388DD}" dt="2026-06-09T13:14:21.313" v="524" actId="207"/>
          <ac:spMkLst>
            <pc:docMk/>
            <pc:sldMk cId="3403631755" sldId="290"/>
            <ac:spMk id="5" creationId="{8E3B18E2-AA1C-8FF2-2EE9-8D1874E2BBFE}"/>
          </ac:spMkLst>
        </pc:spChg>
      </pc:sldChg>
      <pc:sldChg chg="addSp modSp add mod">
        <pc:chgData name="Michael Whitehouse" userId="0ecba9273f6ad366" providerId="LiveId" clId="{F36E82C0-65ED-4BE7-8730-0F102FB388DD}" dt="2026-06-09T13:14:21.528" v="559" actId="207"/>
        <pc:sldMkLst>
          <pc:docMk/>
          <pc:sldMk cId="1825664123" sldId="291"/>
        </pc:sldMkLst>
        <pc:spChg chg="mod">
          <ac:chgData name="Michael Whitehouse" userId="0ecba9273f6ad366" providerId="LiveId" clId="{F36E82C0-65ED-4BE7-8730-0F102FB388DD}" dt="2026-06-09T13:14:21.320" v="528" actId="139"/>
          <ac:spMkLst>
            <pc:docMk/>
            <pc:sldMk cId="1825664123" sldId="291"/>
            <ac:spMk id="2" creationId="{B2E60D9E-C964-C235-94E8-9531B67967D1}"/>
          </ac:spMkLst>
        </pc:spChg>
        <pc:spChg chg="add mod">
          <ac:chgData name="Michael Whitehouse" userId="0ecba9273f6ad366" providerId="LiveId" clId="{F36E82C0-65ED-4BE7-8730-0F102FB388DD}" dt="2026-06-09T13:14:21.498" v="539" actId="139"/>
          <ac:spMkLst>
            <pc:docMk/>
            <pc:sldMk cId="1825664123" sldId="291"/>
            <ac:spMk id="3" creationId="{FCD35607-822F-817C-B0F8-880C326AADE3}"/>
          </ac:spMkLst>
        </pc:spChg>
        <pc:spChg chg="add mod">
          <ac:chgData name="Michael Whitehouse" userId="0ecba9273f6ad366" providerId="LiveId" clId="{F36E82C0-65ED-4BE7-8730-0F102FB388DD}" dt="2026-06-09T13:14:21.513" v="549" actId="207"/>
          <ac:spMkLst>
            <pc:docMk/>
            <pc:sldMk cId="1825664123" sldId="291"/>
            <ac:spMk id="4" creationId="{0A00B11B-6D4F-7FDE-EF58-CA917F06FB5E}"/>
          </ac:spMkLst>
        </pc:spChg>
        <pc:spChg chg="add mod">
          <ac:chgData name="Michael Whitehouse" userId="0ecba9273f6ad366" providerId="LiveId" clId="{F36E82C0-65ED-4BE7-8730-0F102FB388DD}" dt="2026-06-09T13:14:21.528" v="559" actId="207"/>
          <ac:spMkLst>
            <pc:docMk/>
            <pc:sldMk cId="1825664123" sldId="291"/>
            <ac:spMk id="5" creationId="{A0E596E2-32B0-09A3-E554-487150362A3C}"/>
          </ac:spMkLst>
        </pc:spChg>
      </pc:sldChg>
      <pc:sldChg chg="addSp modSp add mod">
        <pc:chgData name="Michael Whitehouse" userId="0ecba9273f6ad366" providerId="LiveId" clId="{F36E82C0-65ED-4BE7-8730-0F102FB388DD}" dt="2026-06-09T13:14:21.741" v="594" actId="207"/>
        <pc:sldMkLst>
          <pc:docMk/>
          <pc:sldMk cId="911291927" sldId="292"/>
        </pc:sldMkLst>
        <pc:spChg chg="mod">
          <ac:chgData name="Michael Whitehouse" userId="0ecba9273f6ad366" providerId="LiveId" clId="{F36E82C0-65ED-4BE7-8730-0F102FB388DD}" dt="2026-06-09T13:14:21.536" v="563" actId="139"/>
          <ac:spMkLst>
            <pc:docMk/>
            <pc:sldMk cId="911291927" sldId="292"/>
            <ac:spMk id="2" creationId="{43E68AA7-5E8F-190C-F94B-923B78D43E67}"/>
          </ac:spMkLst>
        </pc:spChg>
        <pc:spChg chg="add mod">
          <ac:chgData name="Michael Whitehouse" userId="0ecba9273f6ad366" providerId="LiveId" clId="{F36E82C0-65ED-4BE7-8730-0F102FB388DD}" dt="2026-06-09T13:14:21.712" v="574" actId="139"/>
          <ac:spMkLst>
            <pc:docMk/>
            <pc:sldMk cId="911291927" sldId="292"/>
            <ac:spMk id="3" creationId="{45E1B784-C05D-0A7E-507A-36D31043BF2B}"/>
          </ac:spMkLst>
        </pc:spChg>
        <pc:spChg chg="add mod">
          <ac:chgData name="Michael Whitehouse" userId="0ecba9273f6ad366" providerId="LiveId" clId="{F36E82C0-65ED-4BE7-8730-0F102FB388DD}" dt="2026-06-09T13:14:21.726" v="584" actId="207"/>
          <ac:spMkLst>
            <pc:docMk/>
            <pc:sldMk cId="911291927" sldId="292"/>
            <ac:spMk id="4" creationId="{0FCAE35E-63B5-DFAB-343B-670997D4546F}"/>
          </ac:spMkLst>
        </pc:spChg>
        <pc:spChg chg="add mod">
          <ac:chgData name="Michael Whitehouse" userId="0ecba9273f6ad366" providerId="LiveId" clId="{F36E82C0-65ED-4BE7-8730-0F102FB388DD}" dt="2026-06-09T13:14:21.741" v="594" actId="207"/>
          <ac:spMkLst>
            <pc:docMk/>
            <pc:sldMk cId="911291927" sldId="292"/>
            <ac:spMk id="5" creationId="{8AF33F8A-8325-4C5E-DBDD-3E076B804A46}"/>
          </ac:spMkLst>
        </pc:spChg>
      </pc:sldChg>
      <pc:sldChg chg="addSp modSp add mod">
        <pc:chgData name="Michael Whitehouse" userId="0ecba9273f6ad366" providerId="LiveId" clId="{F36E82C0-65ED-4BE7-8730-0F102FB388DD}" dt="2026-06-09T13:14:21.960" v="629" actId="207"/>
        <pc:sldMkLst>
          <pc:docMk/>
          <pc:sldMk cId="2873065451" sldId="293"/>
        </pc:sldMkLst>
        <pc:spChg chg="mod">
          <ac:chgData name="Michael Whitehouse" userId="0ecba9273f6ad366" providerId="LiveId" clId="{F36E82C0-65ED-4BE7-8730-0F102FB388DD}" dt="2026-06-09T13:14:21.747" v="598" actId="139"/>
          <ac:spMkLst>
            <pc:docMk/>
            <pc:sldMk cId="2873065451" sldId="293"/>
            <ac:spMk id="2" creationId="{E0EB220C-766C-71B5-5371-CB13F1A55EE2}"/>
          </ac:spMkLst>
        </pc:spChg>
        <pc:spChg chg="add mod">
          <ac:chgData name="Michael Whitehouse" userId="0ecba9273f6ad366" providerId="LiveId" clId="{F36E82C0-65ED-4BE7-8730-0F102FB388DD}" dt="2026-06-09T13:14:21.931" v="609" actId="139"/>
          <ac:spMkLst>
            <pc:docMk/>
            <pc:sldMk cId="2873065451" sldId="293"/>
            <ac:spMk id="3" creationId="{A1A7042F-3B05-73E7-6D41-2B08EC030804}"/>
          </ac:spMkLst>
        </pc:spChg>
        <pc:spChg chg="add mod">
          <ac:chgData name="Michael Whitehouse" userId="0ecba9273f6ad366" providerId="LiveId" clId="{F36E82C0-65ED-4BE7-8730-0F102FB388DD}" dt="2026-06-09T13:14:21.947" v="619" actId="207"/>
          <ac:spMkLst>
            <pc:docMk/>
            <pc:sldMk cId="2873065451" sldId="293"/>
            <ac:spMk id="4" creationId="{9B248A08-E367-34EA-A4B4-F3ECF61106DB}"/>
          </ac:spMkLst>
        </pc:spChg>
        <pc:spChg chg="add mod">
          <ac:chgData name="Michael Whitehouse" userId="0ecba9273f6ad366" providerId="LiveId" clId="{F36E82C0-65ED-4BE7-8730-0F102FB388DD}" dt="2026-06-09T13:14:21.960" v="629" actId="207"/>
          <ac:spMkLst>
            <pc:docMk/>
            <pc:sldMk cId="2873065451" sldId="293"/>
            <ac:spMk id="5" creationId="{77D9CBBD-B3E5-1C1D-EA60-DE5C0EBA4D88}"/>
          </ac:spMkLst>
        </pc:spChg>
      </pc:sldChg>
      <pc:sldChg chg="addSp modSp add mod">
        <pc:chgData name="Michael Whitehouse" userId="0ecba9273f6ad366" providerId="LiveId" clId="{F36E82C0-65ED-4BE7-8730-0F102FB388DD}" dt="2026-06-09T13:14:22.177" v="664" actId="207"/>
        <pc:sldMkLst>
          <pc:docMk/>
          <pc:sldMk cId="3223840333" sldId="294"/>
        </pc:sldMkLst>
        <pc:spChg chg="mod">
          <ac:chgData name="Michael Whitehouse" userId="0ecba9273f6ad366" providerId="LiveId" clId="{F36E82C0-65ED-4BE7-8730-0F102FB388DD}" dt="2026-06-09T13:14:21.966" v="633" actId="139"/>
          <ac:spMkLst>
            <pc:docMk/>
            <pc:sldMk cId="3223840333" sldId="294"/>
            <ac:spMk id="2" creationId="{8C2A7DD1-FEA2-38EB-383D-2267B13F4716}"/>
          </ac:spMkLst>
        </pc:spChg>
        <pc:spChg chg="add mod">
          <ac:chgData name="Michael Whitehouse" userId="0ecba9273f6ad366" providerId="LiveId" clId="{F36E82C0-65ED-4BE7-8730-0F102FB388DD}" dt="2026-06-09T13:14:22.147" v="644" actId="139"/>
          <ac:spMkLst>
            <pc:docMk/>
            <pc:sldMk cId="3223840333" sldId="294"/>
            <ac:spMk id="3" creationId="{F0F31838-4DE4-91CA-941C-413065B8465D}"/>
          </ac:spMkLst>
        </pc:spChg>
        <pc:spChg chg="add mod">
          <ac:chgData name="Michael Whitehouse" userId="0ecba9273f6ad366" providerId="LiveId" clId="{F36E82C0-65ED-4BE7-8730-0F102FB388DD}" dt="2026-06-09T13:14:22.161" v="654" actId="207"/>
          <ac:spMkLst>
            <pc:docMk/>
            <pc:sldMk cId="3223840333" sldId="294"/>
            <ac:spMk id="4" creationId="{D246EF26-1B2C-6829-D15B-AA58458830C5}"/>
          </ac:spMkLst>
        </pc:spChg>
        <pc:spChg chg="add mod">
          <ac:chgData name="Michael Whitehouse" userId="0ecba9273f6ad366" providerId="LiveId" clId="{F36E82C0-65ED-4BE7-8730-0F102FB388DD}" dt="2026-06-09T13:14:22.177" v="664" actId="207"/>
          <ac:spMkLst>
            <pc:docMk/>
            <pc:sldMk cId="3223840333" sldId="294"/>
            <ac:spMk id="5" creationId="{F4D9A5A8-7350-A7BF-C9F2-074433260706}"/>
          </ac:spMkLst>
        </pc:spChg>
      </pc:sldChg>
      <pc:sldChg chg="addSp delSp modSp add mod">
        <pc:chgData name="Michael Whitehouse" userId="0ecba9273f6ad366" providerId="LiveId" clId="{F36E82C0-65ED-4BE7-8730-0F102FB388DD}" dt="2026-06-09T13:14:22.373" v="710" actId="207"/>
        <pc:sldMkLst>
          <pc:docMk/>
          <pc:sldMk cId="3554997359" sldId="295"/>
        </pc:sldMkLst>
        <pc:spChg chg="mod">
          <ac:chgData name="Michael Whitehouse" userId="0ecba9273f6ad366" providerId="LiveId" clId="{F36E82C0-65ED-4BE7-8730-0F102FB388DD}" dt="2026-06-09T13:14:22.184" v="668" actId="139"/>
          <ac:spMkLst>
            <pc:docMk/>
            <pc:sldMk cId="3554997359" sldId="295"/>
            <ac:spMk id="2" creationId="{392260BA-9ADA-85E2-9A57-6797BFAFDB80}"/>
          </ac:spMkLst>
        </pc:spChg>
        <pc:spChg chg="mod">
          <ac:chgData name="Michael Whitehouse" userId="0ecba9273f6ad366" providerId="LiveId" clId="{F36E82C0-65ED-4BE7-8730-0F102FB388DD}" dt="2026-06-09T13:14:22.310" v="673" actId="139"/>
          <ac:spMkLst>
            <pc:docMk/>
            <pc:sldMk cId="3554997359" sldId="295"/>
            <ac:spMk id="3" creationId="{C99D8AF5-CC62-8002-C272-1A702EC7A5BE}"/>
          </ac:spMkLst>
        </pc:spChg>
        <pc:spChg chg="mod">
          <ac:chgData name="Michael Whitehouse" userId="0ecba9273f6ad366" providerId="LiveId" clId="{F36E82C0-65ED-4BE7-8730-0F102FB388DD}" dt="2026-06-09T13:14:22.322" v="678" actId="139"/>
          <ac:spMkLst>
            <pc:docMk/>
            <pc:sldMk cId="3554997359" sldId="295"/>
            <ac:spMk id="4" creationId="{82262A7F-A8F8-2107-9709-72A2527BB801}"/>
          </ac:spMkLst>
        </pc:spChg>
        <pc:spChg chg="mod">
          <ac:chgData name="Michael Whitehouse" userId="0ecba9273f6ad366" providerId="LiveId" clId="{F36E82C0-65ED-4BE7-8730-0F102FB388DD}" dt="2026-06-09T13:14:22.331" v="683" actId="139"/>
          <ac:spMkLst>
            <pc:docMk/>
            <pc:sldMk cId="3554997359" sldId="295"/>
            <ac:spMk id="5" creationId="{C0932B59-23C0-BAF7-4897-492B125DD86D}"/>
          </ac:spMkLst>
        </pc:spChg>
        <pc:spChg chg="mod">
          <ac:chgData name="Michael Whitehouse" userId="0ecba9273f6ad366" providerId="LiveId" clId="{F36E82C0-65ED-4BE7-8730-0F102FB388DD}" dt="2026-06-09T13:14:22.341" v="688" actId="139"/>
          <ac:spMkLst>
            <pc:docMk/>
            <pc:sldMk cId="3554997359" sldId="295"/>
            <ac:spMk id="6" creationId="{E7C0545D-D006-BA38-4878-AD9913674C22}"/>
          </ac:spMkLst>
        </pc:spChg>
        <pc:spChg chg="add mod">
          <ac:chgData name="Michael Whitehouse" userId="0ecba9273f6ad366" providerId="LiveId" clId="{F36E82C0-65ED-4BE7-8730-0F102FB388DD}" dt="2026-06-09T13:14:22.358" v="700" actId="207"/>
          <ac:spMkLst>
            <pc:docMk/>
            <pc:sldMk cId="3554997359" sldId="295"/>
            <ac:spMk id="8" creationId="{CCEF066A-6807-918B-C2CE-3A8F5D54DD3E}"/>
          </ac:spMkLst>
        </pc:spChg>
        <pc:spChg chg="add mod">
          <ac:chgData name="Michael Whitehouse" userId="0ecba9273f6ad366" providerId="LiveId" clId="{F36E82C0-65ED-4BE7-8730-0F102FB388DD}" dt="2026-06-09T13:14:22.373" v="710" actId="207"/>
          <ac:spMkLst>
            <pc:docMk/>
            <pc:sldMk cId="3554997359" sldId="295"/>
            <ac:spMk id="9" creationId="{48105A02-99EC-2B34-48D6-917AB46F0DE6}"/>
          </ac:spMkLst>
        </pc:spChg>
      </pc:sldChg>
      <pc:sldChg chg="addSp modSp add mod">
        <pc:chgData name="Michael Whitehouse" userId="0ecba9273f6ad366" providerId="LiveId" clId="{F36E82C0-65ED-4BE7-8730-0F102FB388DD}" dt="2026-06-09T13:14:22.554" v="759" actId="207"/>
        <pc:sldMkLst>
          <pc:docMk/>
          <pc:sldMk cId="992533238" sldId="296"/>
        </pc:sldMkLst>
        <pc:spChg chg="mod">
          <ac:chgData name="Michael Whitehouse" userId="0ecba9273f6ad366" providerId="LiveId" clId="{F36E82C0-65ED-4BE7-8730-0F102FB388DD}" dt="2026-06-09T13:14:22.382" v="714" actId="139"/>
          <ac:spMkLst>
            <pc:docMk/>
            <pc:sldMk cId="992533238" sldId="296"/>
            <ac:spMk id="2" creationId="{DF5B2FEB-3726-354E-29E9-E7A32FFFC69A}"/>
          </ac:spMkLst>
        </pc:spChg>
        <pc:spChg chg="mod">
          <ac:chgData name="Michael Whitehouse" userId="0ecba9273f6ad366" providerId="LiveId" clId="{F36E82C0-65ED-4BE7-8730-0F102FB388DD}" dt="2026-06-09T13:14:22.494" v="719" actId="139"/>
          <ac:spMkLst>
            <pc:docMk/>
            <pc:sldMk cId="992533238" sldId="296"/>
            <ac:spMk id="3" creationId="{E76C9290-6087-615C-5375-962CE8A8E553}"/>
          </ac:spMkLst>
        </pc:spChg>
        <pc:spChg chg="mod">
          <ac:chgData name="Michael Whitehouse" userId="0ecba9273f6ad366" providerId="LiveId" clId="{F36E82C0-65ED-4BE7-8730-0F102FB388DD}" dt="2026-06-09T13:14:22.502" v="724" actId="139"/>
          <ac:spMkLst>
            <pc:docMk/>
            <pc:sldMk cId="992533238" sldId="296"/>
            <ac:spMk id="4" creationId="{4ED112F8-762C-75E3-C122-2D356FBAD215}"/>
          </ac:spMkLst>
        </pc:spChg>
        <pc:spChg chg="mod">
          <ac:chgData name="Michael Whitehouse" userId="0ecba9273f6ad366" providerId="LiveId" clId="{F36E82C0-65ED-4BE7-8730-0F102FB388DD}" dt="2026-06-09T13:14:22.511" v="729" actId="139"/>
          <ac:spMkLst>
            <pc:docMk/>
            <pc:sldMk cId="992533238" sldId="296"/>
            <ac:spMk id="5" creationId="{04B24545-3B92-E5F6-8DB6-703AAD00CCE7}"/>
          </ac:spMkLst>
        </pc:spChg>
        <pc:spChg chg="mod">
          <ac:chgData name="Michael Whitehouse" userId="0ecba9273f6ad366" providerId="LiveId" clId="{F36E82C0-65ED-4BE7-8730-0F102FB388DD}" dt="2026-06-09T13:14:22.520" v="734" actId="139"/>
          <ac:spMkLst>
            <pc:docMk/>
            <pc:sldMk cId="992533238" sldId="296"/>
            <ac:spMk id="6" creationId="{CADA87E2-347E-ABF3-A26D-F48CCD255477}"/>
          </ac:spMkLst>
        </pc:spChg>
        <pc:spChg chg="mod">
          <ac:chgData name="Michael Whitehouse" userId="0ecba9273f6ad366" providerId="LiveId" clId="{F36E82C0-65ED-4BE7-8730-0F102FB388DD}" dt="2026-06-09T13:14:22.528" v="739" actId="139"/>
          <ac:spMkLst>
            <pc:docMk/>
            <pc:sldMk cId="992533238" sldId="296"/>
            <ac:spMk id="7" creationId="{182F75F2-B12F-A7B2-5869-4A23BF8071A9}"/>
          </ac:spMkLst>
        </pc:spChg>
        <pc:spChg chg="add mod">
          <ac:chgData name="Michael Whitehouse" userId="0ecba9273f6ad366" providerId="LiveId" clId="{F36E82C0-65ED-4BE7-8730-0F102FB388DD}" dt="2026-06-09T13:14:22.541" v="749" actId="207"/>
          <ac:spMkLst>
            <pc:docMk/>
            <pc:sldMk cId="992533238" sldId="296"/>
            <ac:spMk id="8" creationId="{39841BDC-AD44-D4CA-36A6-A24FC58D7B66}"/>
          </ac:spMkLst>
        </pc:spChg>
        <pc:spChg chg="add mod">
          <ac:chgData name="Michael Whitehouse" userId="0ecba9273f6ad366" providerId="LiveId" clId="{F36E82C0-65ED-4BE7-8730-0F102FB388DD}" dt="2026-06-09T13:14:22.554" v="759" actId="207"/>
          <ac:spMkLst>
            <pc:docMk/>
            <pc:sldMk cId="992533238" sldId="296"/>
            <ac:spMk id="9" creationId="{3A0C5171-FCD2-717D-3FA7-AE8E34092AE0}"/>
          </ac:spMkLst>
        </pc:spChg>
      </pc:sldChg>
      <pc:sldChg chg="addSp modSp add mod">
        <pc:chgData name="Michael Whitehouse" userId="0ecba9273f6ad366" providerId="LiveId" clId="{F36E82C0-65ED-4BE7-8730-0F102FB388DD}" dt="2026-06-09T13:14:23.917" v="867" actId="207"/>
        <pc:sldMkLst>
          <pc:docMk/>
          <pc:sldMk cId="303586985" sldId="297"/>
        </pc:sldMkLst>
        <pc:spChg chg="mod">
          <ac:chgData name="Michael Whitehouse" userId="0ecba9273f6ad366" providerId="LiveId" clId="{F36E82C0-65ED-4BE7-8730-0F102FB388DD}" dt="2026-06-09T13:14:22.561" v="763" actId="139"/>
          <ac:spMkLst>
            <pc:docMk/>
            <pc:sldMk cId="303586985" sldId="297"/>
            <ac:spMk id="2" creationId="{D77C8325-C72F-4D90-011F-3B51846168E9}"/>
          </ac:spMkLst>
        </pc:spChg>
        <pc:spChg chg="add mod">
          <ac:chgData name="Michael Whitehouse" userId="0ecba9273f6ad366" providerId="LiveId" clId="{F36E82C0-65ED-4BE7-8730-0F102FB388DD}" dt="2026-06-09T13:14:23.026" v="774" actId="208"/>
          <ac:spMkLst>
            <pc:docMk/>
            <pc:sldMk cId="303586985" sldId="297"/>
            <ac:spMk id="3" creationId="{20AA148E-F240-A4A0-F6BF-98BAFDC50CA5}"/>
          </ac:spMkLst>
        </pc:spChg>
        <pc:spChg chg="add mod">
          <ac:chgData name="Michael Whitehouse" userId="0ecba9273f6ad366" providerId="LiveId" clId="{F36E82C0-65ED-4BE7-8730-0F102FB388DD}" dt="2026-06-09T13:14:23.150" v="785" actId="208"/>
          <ac:spMkLst>
            <pc:docMk/>
            <pc:sldMk cId="303586985" sldId="297"/>
            <ac:spMk id="4" creationId="{E800B9E2-7817-7788-B39B-1B56A7AF14D2}"/>
          </ac:spMkLst>
        </pc:spChg>
        <pc:spChg chg="add mod">
          <ac:chgData name="Michael Whitehouse" userId="0ecba9273f6ad366" providerId="LiveId" clId="{F36E82C0-65ED-4BE7-8730-0F102FB388DD}" dt="2026-06-09T13:14:23.275" v="796" actId="139"/>
          <ac:spMkLst>
            <pc:docMk/>
            <pc:sldMk cId="303586985" sldId="297"/>
            <ac:spMk id="5" creationId="{98E8ED02-78AB-32D1-B874-3959C4EEF7C0}"/>
          </ac:spMkLst>
        </pc:spChg>
        <pc:spChg chg="add mod">
          <ac:chgData name="Michael Whitehouse" userId="0ecba9273f6ad366" providerId="LiveId" clId="{F36E82C0-65ED-4BE7-8730-0F102FB388DD}" dt="2026-06-09T13:14:23.400" v="807" actId="139"/>
          <ac:spMkLst>
            <pc:docMk/>
            <pc:sldMk cId="303586985" sldId="297"/>
            <ac:spMk id="6" creationId="{F13FE384-03A0-3351-7000-E60D3A337172}"/>
          </ac:spMkLst>
        </pc:spChg>
        <pc:spChg chg="add mod">
          <ac:chgData name="Michael Whitehouse" userId="0ecba9273f6ad366" providerId="LiveId" clId="{F36E82C0-65ED-4BE7-8730-0F102FB388DD}" dt="2026-06-09T13:14:23.524" v="818" actId="139"/>
          <ac:spMkLst>
            <pc:docMk/>
            <pc:sldMk cId="303586985" sldId="297"/>
            <ac:spMk id="7" creationId="{3DF30D24-C07B-8262-E882-0742D36AB883}"/>
          </ac:spMkLst>
        </pc:spChg>
        <pc:spChg chg="add mod">
          <ac:chgData name="Michael Whitehouse" userId="0ecba9273f6ad366" providerId="LiveId" clId="{F36E82C0-65ED-4BE7-8730-0F102FB388DD}" dt="2026-06-09T13:14:23.643" v="827"/>
          <ac:spMkLst>
            <pc:docMk/>
            <pc:sldMk cId="303586985" sldId="297"/>
            <ac:spMk id="8" creationId="{E7BBD179-86D1-541D-B533-8EAFBB82888E}"/>
          </ac:spMkLst>
        </pc:spChg>
        <pc:spChg chg="add mod">
          <ac:chgData name="Michael Whitehouse" userId="0ecba9273f6ad366" providerId="LiveId" clId="{F36E82C0-65ED-4BE7-8730-0F102FB388DD}" dt="2026-06-09T13:14:23.771" v="838" actId="139"/>
          <ac:spMkLst>
            <pc:docMk/>
            <pc:sldMk cId="303586985" sldId="297"/>
            <ac:spMk id="9" creationId="{BEC3C0D3-5FD5-8A9C-29B0-B1B5CFA39E15}"/>
          </ac:spMkLst>
        </pc:spChg>
        <pc:spChg chg="add mod">
          <ac:chgData name="Michael Whitehouse" userId="0ecba9273f6ad366" providerId="LiveId" clId="{F36E82C0-65ED-4BE7-8730-0F102FB388DD}" dt="2026-06-09T13:14:23.903" v="857" actId="207"/>
          <ac:spMkLst>
            <pc:docMk/>
            <pc:sldMk cId="303586985" sldId="297"/>
            <ac:spMk id="11" creationId="{4B785CE7-9CC3-F388-CEF5-AEB1DD5C6146}"/>
          </ac:spMkLst>
        </pc:spChg>
        <pc:spChg chg="add mod">
          <ac:chgData name="Michael Whitehouse" userId="0ecba9273f6ad366" providerId="LiveId" clId="{F36E82C0-65ED-4BE7-8730-0F102FB388DD}" dt="2026-06-09T13:14:23.917" v="867" actId="207"/>
          <ac:spMkLst>
            <pc:docMk/>
            <pc:sldMk cId="303586985" sldId="297"/>
            <ac:spMk id="12" creationId="{AE6290EC-FBF2-5617-27E9-D9E823A27302}"/>
          </ac:spMkLst>
        </pc:spChg>
      </pc:sldChg>
      <pc:sldMasterChg chg="delSp mod">
        <pc:chgData name="Michael Whitehouse" userId="0ecba9273f6ad366" providerId="LiveId" clId="{F36E82C0-65ED-4BE7-8730-0F102FB388DD}" dt="2026-06-09T13:14:15.529" v="1"/>
        <pc:sldMasterMkLst>
          <pc:docMk/>
          <pc:sldMasterMk cId="2494369821" sldId="2147483650"/>
        </pc:sldMasterMkLst>
      </pc:sldMasterChg>
      <pc:sldMasterChg chg="delSp mod">
        <pc:chgData name="Michael Whitehouse" userId="0ecba9273f6ad366" providerId="LiveId" clId="{F36E82C0-65ED-4BE7-8730-0F102FB388DD}" dt="2026-06-09T13:14:15.534" v="3"/>
        <pc:sldMasterMkLst>
          <pc:docMk/>
          <pc:sldMasterMk cId="885920784" sldId="2147483754"/>
        </pc:sldMasterMkLst>
      </pc:sldMasterChg>
    </pc:docChg>
  </pc:docChgLst>
  <pc:docChgLst>
    <pc:chgData name="Michael Whitehouse" userId="0ecba9273f6ad366" providerId="LiveId" clId="{8DFD1B98-0500-5FC6-99FB-58445427081D}"/>
    <pc:docChg chg="undo custSel modSld">
      <pc:chgData name="Michael Whitehouse" userId="0ecba9273f6ad366" providerId="LiveId" clId="{8DFD1B98-0500-5FC6-99FB-58445427081D}" dt="2026-06-27T20:02:36.842" v="11" actId="14100"/>
      <pc:docMkLst>
        <pc:docMk/>
      </pc:docMkLst>
      <pc:sldChg chg="delSp modSp mod">
        <pc:chgData name="Michael Whitehouse" userId="0ecba9273f6ad366" providerId="LiveId" clId="{8DFD1B98-0500-5FC6-99FB-58445427081D}" dt="2026-06-27T19:59:05.503" v="9" actId="26606"/>
        <pc:sldMkLst>
          <pc:docMk/>
          <pc:sldMk cId="3472735309" sldId="286"/>
        </pc:sldMkLst>
        <pc:spChg chg="mod">
          <ac:chgData name="Michael Whitehouse" userId="0ecba9273f6ad366" providerId="LiveId" clId="{8DFD1B98-0500-5FC6-99FB-58445427081D}" dt="2026-06-27T19:59:05.503" v="9" actId="26606"/>
          <ac:spMkLst>
            <pc:docMk/>
            <pc:sldMk cId="3472735309" sldId="286"/>
            <ac:spMk id="3" creationId="{336FDA51-1EF3-31FE-7F07-8026519ED4EB}"/>
          </ac:spMkLst>
        </pc:spChg>
        <pc:spChg chg="del">
          <ac:chgData name="Michael Whitehouse" userId="0ecba9273f6ad366" providerId="LiveId" clId="{8DFD1B98-0500-5FC6-99FB-58445427081D}" dt="2026-06-27T19:59:05.503" v="9" actId="26606"/>
          <ac:spMkLst>
            <pc:docMk/>
            <pc:sldMk cId="3472735309" sldId="286"/>
            <ac:spMk id="4" creationId="{2A20C4B7-1C36-85C1-56AC-D4A5B7754313}"/>
          </ac:spMkLst>
        </pc:spChg>
        <pc:spChg chg="del">
          <ac:chgData name="Michael Whitehouse" userId="0ecba9273f6ad366" providerId="LiveId" clId="{8DFD1B98-0500-5FC6-99FB-58445427081D}" dt="2026-06-27T19:59:05.503" v="9" actId="26606"/>
          <ac:spMkLst>
            <pc:docMk/>
            <pc:sldMk cId="3472735309" sldId="286"/>
            <ac:spMk id="6" creationId="{9AE17E90-A689-7710-D4A2-13D9652D4871}"/>
          </ac:spMkLst>
        </pc:spChg>
        <pc:spChg chg="del">
          <ac:chgData name="Michael Whitehouse" userId="0ecba9273f6ad366" providerId="LiveId" clId="{8DFD1B98-0500-5FC6-99FB-58445427081D}" dt="2026-06-27T19:59:05.503" v="9" actId="26606"/>
          <ac:spMkLst>
            <pc:docMk/>
            <pc:sldMk cId="3472735309" sldId="286"/>
            <ac:spMk id="7" creationId="{82B863E1-6487-F443-AE2B-B078A458760A}"/>
          </ac:spMkLst>
        </pc:spChg>
        <pc:spChg chg="del">
          <ac:chgData name="Michael Whitehouse" userId="0ecba9273f6ad366" providerId="LiveId" clId="{8DFD1B98-0500-5FC6-99FB-58445427081D}" dt="2026-06-27T19:59:05.503" v="9" actId="26606"/>
          <ac:spMkLst>
            <pc:docMk/>
            <pc:sldMk cId="3472735309" sldId="286"/>
            <ac:spMk id="8" creationId="{5773BABC-6E2C-310B-099B-3C728DF460E5}"/>
          </ac:spMkLst>
        </pc:spChg>
        <pc:spChg chg="del">
          <ac:chgData name="Michael Whitehouse" userId="0ecba9273f6ad366" providerId="LiveId" clId="{8DFD1B98-0500-5FC6-99FB-58445427081D}" dt="2026-06-27T19:59:05.503" v="9" actId="26606"/>
          <ac:spMkLst>
            <pc:docMk/>
            <pc:sldMk cId="3472735309" sldId="286"/>
            <ac:spMk id="9" creationId="{53871708-959D-A13B-205B-DDADD27CF44B}"/>
          </ac:spMkLst>
        </pc:spChg>
        <pc:picChg chg="del">
          <ac:chgData name="Michael Whitehouse" userId="0ecba9273f6ad366" providerId="LiveId" clId="{8DFD1B98-0500-5FC6-99FB-58445427081D}" dt="2026-06-27T19:59:05.503" v="9" actId="26606"/>
          <ac:picMkLst>
            <pc:docMk/>
            <pc:sldMk cId="3472735309" sldId="286"/>
            <ac:picMk id="5" creationId="{080696C0-750A-78CB-82B4-10E8A63832FD}"/>
          </ac:picMkLst>
        </pc:picChg>
      </pc:sldChg>
      <pc:sldChg chg="delSp modSp mod">
        <pc:chgData name="Michael Whitehouse" userId="0ecba9273f6ad366" providerId="LiveId" clId="{8DFD1B98-0500-5FC6-99FB-58445427081D}" dt="2026-06-27T19:59:05.503" v="9" actId="26606"/>
        <pc:sldMkLst>
          <pc:docMk/>
          <pc:sldMk cId="4051824332" sldId="287"/>
        </pc:sldMkLst>
        <pc:spChg chg="mod">
          <ac:chgData name="Michael Whitehouse" userId="0ecba9273f6ad366" providerId="LiveId" clId="{8DFD1B98-0500-5FC6-99FB-58445427081D}" dt="2026-06-27T19:59:05.503" v="9" actId="26606"/>
          <ac:spMkLst>
            <pc:docMk/>
            <pc:sldMk cId="4051824332" sldId="287"/>
            <ac:spMk id="3" creationId="{20519A35-9845-F43C-3A71-39D5ECB1ED40}"/>
          </ac:spMkLst>
        </pc:spChg>
        <pc:spChg chg="del">
          <ac:chgData name="Michael Whitehouse" userId="0ecba9273f6ad366" providerId="LiveId" clId="{8DFD1B98-0500-5FC6-99FB-58445427081D}" dt="2026-06-27T19:59:05.503" v="9" actId="26606"/>
          <ac:spMkLst>
            <pc:docMk/>
            <pc:sldMk cId="4051824332" sldId="287"/>
            <ac:spMk id="4" creationId="{2179A0A2-031E-58E9-F23E-A71FCA6F0CEE}"/>
          </ac:spMkLst>
        </pc:spChg>
        <pc:spChg chg="del">
          <ac:chgData name="Michael Whitehouse" userId="0ecba9273f6ad366" providerId="LiveId" clId="{8DFD1B98-0500-5FC6-99FB-58445427081D}" dt="2026-06-27T19:59:05.503" v="9" actId="26606"/>
          <ac:spMkLst>
            <pc:docMk/>
            <pc:sldMk cId="4051824332" sldId="287"/>
            <ac:spMk id="6" creationId="{85A2BC0F-047E-93EF-DE63-7D16A3C783DB}"/>
          </ac:spMkLst>
        </pc:spChg>
        <pc:spChg chg="del">
          <ac:chgData name="Michael Whitehouse" userId="0ecba9273f6ad366" providerId="LiveId" clId="{8DFD1B98-0500-5FC6-99FB-58445427081D}" dt="2026-06-27T19:59:05.503" v="9" actId="26606"/>
          <ac:spMkLst>
            <pc:docMk/>
            <pc:sldMk cId="4051824332" sldId="287"/>
            <ac:spMk id="7" creationId="{9AB709BD-D79A-6611-38E1-6CA1EE7FC90D}"/>
          </ac:spMkLst>
        </pc:spChg>
        <pc:spChg chg="del">
          <ac:chgData name="Michael Whitehouse" userId="0ecba9273f6ad366" providerId="LiveId" clId="{8DFD1B98-0500-5FC6-99FB-58445427081D}" dt="2026-06-27T19:59:05.503" v="9" actId="26606"/>
          <ac:spMkLst>
            <pc:docMk/>
            <pc:sldMk cId="4051824332" sldId="287"/>
            <ac:spMk id="8" creationId="{72CCAF7E-4E15-5623-77DD-A2F88A9053A9}"/>
          </ac:spMkLst>
        </pc:spChg>
        <pc:spChg chg="del">
          <ac:chgData name="Michael Whitehouse" userId="0ecba9273f6ad366" providerId="LiveId" clId="{8DFD1B98-0500-5FC6-99FB-58445427081D}" dt="2026-06-27T19:59:05.503" v="9" actId="26606"/>
          <ac:spMkLst>
            <pc:docMk/>
            <pc:sldMk cId="4051824332" sldId="287"/>
            <ac:spMk id="9" creationId="{8961DF0F-FCC6-ADB8-2EB0-1A1300374A5D}"/>
          </ac:spMkLst>
        </pc:spChg>
        <pc:picChg chg="del">
          <ac:chgData name="Michael Whitehouse" userId="0ecba9273f6ad366" providerId="LiveId" clId="{8DFD1B98-0500-5FC6-99FB-58445427081D}" dt="2026-06-27T19:59:05.503" v="9" actId="26606"/>
          <ac:picMkLst>
            <pc:docMk/>
            <pc:sldMk cId="4051824332" sldId="287"/>
            <ac:picMk id="5" creationId="{A2B7EE62-E714-8D72-2705-6D7EDD9AEF8B}"/>
          </ac:picMkLst>
        </pc:picChg>
      </pc:sldChg>
      <pc:sldChg chg="delSp modSp mod">
        <pc:chgData name="Michael Whitehouse" userId="0ecba9273f6ad366" providerId="LiveId" clId="{8DFD1B98-0500-5FC6-99FB-58445427081D}" dt="2026-06-27T19:59:05.503" v="9" actId="26606"/>
        <pc:sldMkLst>
          <pc:docMk/>
          <pc:sldMk cId="1568467338" sldId="288"/>
        </pc:sldMkLst>
        <pc:spChg chg="mod">
          <ac:chgData name="Michael Whitehouse" userId="0ecba9273f6ad366" providerId="LiveId" clId="{8DFD1B98-0500-5FC6-99FB-58445427081D}" dt="2026-06-27T19:59:05.503" v="9" actId="26606"/>
          <ac:spMkLst>
            <pc:docMk/>
            <pc:sldMk cId="1568467338" sldId="288"/>
            <ac:spMk id="3" creationId="{018E114A-0367-F59F-269C-D5E6F2A04F35}"/>
          </ac:spMkLst>
        </pc:spChg>
        <pc:spChg chg="del">
          <ac:chgData name="Michael Whitehouse" userId="0ecba9273f6ad366" providerId="LiveId" clId="{8DFD1B98-0500-5FC6-99FB-58445427081D}" dt="2026-06-27T19:59:05.503" v="9" actId="26606"/>
          <ac:spMkLst>
            <pc:docMk/>
            <pc:sldMk cId="1568467338" sldId="288"/>
            <ac:spMk id="4" creationId="{2FDE1D07-DD0D-380A-BF02-2733F3ACC1E0}"/>
          </ac:spMkLst>
        </pc:spChg>
        <pc:spChg chg="del">
          <ac:chgData name="Michael Whitehouse" userId="0ecba9273f6ad366" providerId="LiveId" clId="{8DFD1B98-0500-5FC6-99FB-58445427081D}" dt="2026-06-27T19:59:05.503" v="9" actId="26606"/>
          <ac:spMkLst>
            <pc:docMk/>
            <pc:sldMk cId="1568467338" sldId="288"/>
            <ac:spMk id="6" creationId="{A70D2479-0223-73D8-FFBA-0ADE8F2561F9}"/>
          </ac:spMkLst>
        </pc:spChg>
        <pc:spChg chg="del">
          <ac:chgData name="Michael Whitehouse" userId="0ecba9273f6ad366" providerId="LiveId" clId="{8DFD1B98-0500-5FC6-99FB-58445427081D}" dt="2026-06-27T19:59:05.503" v="9" actId="26606"/>
          <ac:spMkLst>
            <pc:docMk/>
            <pc:sldMk cId="1568467338" sldId="288"/>
            <ac:spMk id="7" creationId="{AD401863-4D4E-FE74-15A9-F5DC3F38FFCF}"/>
          </ac:spMkLst>
        </pc:spChg>
        <pc:spChg chg="del">
          <ac:chgData name="Michael Whitehouse" userId="0ecba9273f6ad366" providerId="LiveId" clId="{8DFD1B98-0500-5FC6-99FB-58445427081D}" dt="2026-06-27T19:59:05.503" v="9" actId="26606"/>
          <ac:spMkLst>
            <pc:docMk/>
            <pc:sldMk cId="1568467338" sldId="288"/>
            <ac:spMk id="8" creationId="{5F0DA920-D959-6CD0-68FA-70D3155D0C9B}"/>
          </ac:spMkLst>
        </pc:spChg>
        <pc:spChg chg="del">
          <ac:chgData name="Michael Whitehouse" userId="0ecba9273f6ad366" providerId="LiveId" clId="{8DFD1B98-0500-5FC6-99FB-58445427081D}" dt="2026-06-27T19:59:05.503" v="9" actId="26606"/>
          <ac:spMkLst>
            <pc:docMk/>
            <pc:sldMk cId="1568467338" sldId="288"/>
            <ac:spMk id="9" creationId="{9BA7FBA8-43D6-FF1B-127E-59A2785CE078}"/>
          </ac:spMkLst>
        </pc:spChg>
        <pc:picChg chg="del">
          <ac:chgData name="Michael Whitehouse" userId="0ecba9273f6ad366" providerId="LiveId" clId="{8DFD1B98-0500-5FC6-99FB-58445427081D}" dt="2026-06-27T19:59:05.503" v="9" actId="26606"/>
          <ac:picMkLst>
            <pc:docMk/>
            <pc:sldMk cId="1568467338" sldId="288"/>
            <ac:picMk id="5" creationId="{38BAF50A-DBAC-073C-8B9D-F109267AD3AA}"/>
          </ac:picMkLst>
        </pc:picChg>
      </pc:sldChg>
      <pc:sldChg chg="delSp modSp mod">
        <pc:chgData name="Michael Whitehouse" userId="0ecba9273f6ad366" providerId="LiveId" clId="{8DFD1B98-0500-5FC6-99FB-58445427081D}" dt="2026-06-27T19:59:05.503" v="9" actId="26606"/>
        <pc:sldMkLst>
          <pc:docMk/>
          <pc:sldMk cId="3179157013" sldId="289"/>
        </pc:sldMkLst>
        <pc:spChg chg="mod">
          <ac:chgData name="Michael Whitehouse" userId="0ecba9273f6ad366" providerId="LiveId" clId="{8DFD1B98-0500-5FC6-99FB-58445427081D}" dt="2026-06-27T19:59:05.503" v="9" actId="26606"/>
          <ac:spMkLst>
            <pc:docMk/>
            <pc:sldMk cId="3179157013" sldId="289"/>
            <ac:spMk id="3" creationId="{309A9630-B8FF-FB5E-854C-B0A0A21DCF93}"/>
          </ac:spMkLst>
        </pc:spChg>
        <pc:spChg chg="del">
          <ac:chgData name="Michael Whitehouse" userId="0ecba9273f6ad366" providerId="LiveId" clId="{8DFD1B98-0500-5FC6-99FB-58445427081D}" dt="2026-06-27T19:59:05.503" v="9" actId="26606"/>
          <ac:spMkLst>
            <pc:docMk/>
            <pc:sldMk cId="3179157013" sldId="289"/>
            <ac:spMk id="4" creationId="{956908F2-F153-D451-C18A-EA1C1347D700}"/>
          </ac:spMkLst>
        </pc:spChg>
        <pc:spChg chg="del">
          <ac:chgData name="Michael Whitehouse" userId="0ecba9273f6ad366" providerId="LiveId" clId="{8DFD1B98-0500-5FC6-99FB-58445427081D}" dt="2026-06-27T19:59:05.503" v="9" actId="26606"/>
          <ac:spMkLst>
            <pc:docMk/>
            <pc:sldMk cId="3179157013" sldId="289"/>
            <ac:spMk id="6" creationId="{F51B502E-2332-4DDB-72F0-9CBB15536BFE}"/>
          </ac:spMkLst>
        </pc:spChg>
        <pc:spChg chg="del">
          <ac:chgData name="Michael Whitehouse" userId="0ecba9273f6ad366" providerId="LiveId" clId="{8DFD1B98-0500-5FC6-99FB-58445427081D}" dt="2026-06-27T19:59:05.503" v="9" actId="26606"/>
          <ac:spMkLst>
            <pc:docMk/>
            <pc:sldMk cId="3179157013" sldId="289"/>
            <ac:spMk id="7" creationId="{782979B4-469D-2F4C-2B0B-7E1FD783E07E}"/>
          </ac:spMkLst>
        </pc:spChg>
        <pc:spChg chg="del">
          <ac:chgData name="Michael Whitehouse" userId="0ecba9273f6ad366" providerId="LiveId" clId="{8DFD1B98-0500-5FC6-99FB-58445427081D}" dt="2026-06-27T19:59:05.503" v="9" actId="26606"/>
          <ac:spMkLst>
            <pc:docMk/>
            <pc:sldMk cId="3179157013" sldId="289"/>
            <ac:spMk id="8" creationId="{95E60CC8-B121-4E95-3B6A-49F152E45B8C}"/>
          </ac:spMkLst>
        </pc:spChg>
        <pc:spChg chg="del">
          <ac:chgData name="Michael Whitehouse" userId="0ecba9273f6ad366" providerId="LiveId" clId="{8DFD1B98-0500-5FC6-99FB-58445427081D}" dt="2026-06-27T19:59:05.503" v="9" actId="26606"/>
          <ac:spMkLst>
            <pc:docMk/>
            <pc:sldMk cId="3179157013" sldId="289"/>
            <ac:spMk id="9" creationId="{65370E1F-1B5F-4B06-C2E8-D461A7BC5222}"/>
          </ac:spMkLst>
        </pc:spChg>
        <pc:picChg chg="del">
          <ac:chgData name="Michael Whitehouse" userId="0ecba9273f6ad366" providerId="LiveId" clId="{8DFD1B98-0500-5FC6-99FB-58445427081D}" dt="2026-06-27T19:59:05.503" v="9" actId="26606"/>
          <ac:picMkLst>
            <pc:docMk/>
            <pc:sldMk cId="3179157013" sldId="289"/>
            <ac:picMk id="5" creationId="{C5AA42E0-0A64-8A1D-1A1D-70D158D27BDC}"/>
          </ac:picMkLst>
        </pc:picChg>
      </pc:sldChg>
      <pc:sldChg chg="addSp delSp modSp mod">
        <pc:chgData name="Michael Whitehouse" userId="0ecba9273f6ad366" providerId="LiveId" clId="{8DFD1B98-0500-5FC6-99FB-58445427081D}" dt="2026-06-27T20:02:36.842" v="11" actId="14100"/>
        <pc:sldMkLst>
          <pc:docMk/>
          <pc:sldMk cId="303586985" sldId="297"/>
        </pc:sldMkLst>
        <pc:spChg chg="mod">
          <ac:chgData name="Michael Whitehouse" userId="0ecba9273f6ad366" providerId="LiveId" clId="{8DFD1B98-0500-5FC6-99FB-58445427081D}" dt="2026-06-27T20:02:36.842" v="11" actId="14100"/>
          <ac:spMkLst>
            <pc:docMk/>
            <pc:sldMk cId="303586985" sldId="297"/>
            <ac:spMk id="3" creationId="{20AA148E-F240-A4A0-F6BF-98BAFDC50CA5}"/>
          </ac:spMkLst>
        </pc:spChg>
        <pc:spChg chg="mod">
          <ac:chgData name="Michael Whitehouse" userId="0ecba9273f6ad366" providerId="LiveId" clId="{8DFD1B98-0500-5FC6-99FB-58445427081D}" dt="2026-06-21T20:55:13.251" v="5" actId="207"/>
          <ac:spMkLst>
            <pc:docMk/>
            <pc:sldMk cId="303586985" sldId="297"/>
            <ac:spMk id="6" creationId="{F13FE384-03A0-3351-7000-E60D3A337172}"/>
          </ac:spMkLst>
        </pc:spChg>
        <pc:spChg chg="mod">
          <ac:chgData name="Michael Whitehouse" userId="0ecba9273f6ad366" providerId="LiveId" clId="{8DFD1B98-0500-5FC6-99FB-58445427081D}" dt="2026-06-21T20:55:17.628" v="6" actId="207"/>
          <ac:spMkLst>
            <pc:docMk/>
            <pc:sldMk cId="303586985" sldId="297"/>
            <ac:spMk id="9" creationId="{BEC3C0D3-5FD5-8A9C-29B0-B1B5CFA39E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43F95A0-C624-3972-99D7-08FEED807B63}"/>
              </a:ext>
            </a:extLst>
          </p:cNvPr>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07F15539-D63B-4731-AF7C-FA74A219040D}"/>
              </a:ext>
            </a:extLst>
          </p:cNvPr>
          <p:cNvSpPr>
            <a:spLocks noGrp="1"/>
          </p:cNvSpPr>
          <p:nvPr>
            <p:ph type="dt" sz="quarter" idx="1"/>
          </p:nvPr>
        </p:nvSpPr>
        <p:spPr>
          <a:xfrm>
            <a:off x="2913063" y="0"/>
            <a:ext cx="2228850" cy="458788"/>
          </a:xfrm>
          <a:prstGeom prst="rect">
            <a:avLst/>
          </a:prstGeom>
        </p:spPr>
        <p:txBody>
          <a:bodyPr vert="horz" lIns="91440" tIns="45720" rIns="91440" bIns="45720" rtlCol="0"/>
          <a:lstStyle>
            <a:lvl1pPr algn="r">
              <a:defRPr sz="1200"/>
            </a:lvl1pPr>
          </a:lstStyle>
          <a:p>
            <a:fld id="{E35A75BC-6E01-4C84-8398-0186CF943CCE}" type="datetimeFigureOut">
              <a:rPr lang="en-GB" smtClean="0"/>
              <a:t>27/06/2026</a:t>
            </a:fld>
            <a:endParaRPr lang="en-GB"/>
          </a:p>
        </p:txBody>
      </p:sp>
      <p:sp>
        <p:nvSpPr>
          <p:cNvPr id="4" name="Footer Placeholder 3">
            <a:extLst>
              <a:ext uri="{FF2B5EF4-FFF2-40B4-BE49-F238E27FC236}">
                <a16:creationId xmlns:a16="http://schemas.microsoft.com/office/drawing/2014/main" id="{7453F1AF-475A-D9C9-A677-A576BCF3F660}"/>
              </a:ext>
            </a:extLst>
          </p:cNvPr>
          <p:cNvSpPr>
            <a:spLocks noGrp="1"/>
          </p:cNvSpPr>
          <p:nvPr>
            <p:ph type="ftr" sz="quarter" idx="2"/>
          </p:nvPr>
        </p:nvSpPr>
        <p:spPr>
          <a:xfrm>
            <a:off x="0" y="8685213"/>
            <a:ext cx="222885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025351D6-472B-4A35-13C3-6F75C22197D3}"/>
              </a:ext>
            </a:extLst>
          </p:cNvPr>
          <p:cNvSpPr>
            <a:spLocks noGrp="1"/>
          </p:cNvSpPr>
          <p:nvPr>
            <p:ph type="sldNum" sz="quarter" idx="3"/>
          </p:nvPr>
        </p:nvSpPr>
        <p:spPr>
          <a:xfrm>
            <a:off x="2913063" y="8685213"/>
            <a:ext cx="2228850" cy="458787"/>
          </a:xfrm>
          <a:prstGeom prst="rect">
            <a:avLst/>
          </a:prstGeom>
        </p:spPr>
        <p:txBody>
          <a:bodyPr vert="horz" lIns="91440" tIns="45720" rIns="91440" bIns="45720" rtlCol="0" anchor="b"/>
          <a:lstStyle>
            <a:lvl1pPr algn="r">
              <a:defRPr sz="1200"/>
            </a:lvl1pPr>
          </a:lstStyle>
          <a:p>
            <a:fld id="{3011BF4C-60E5-4CAC-A328-9797EA489D4B}" type="slidenum">
              <a:rPr lang="en-GB" smtClean="0"/>
              <a:t>‹#›</a:t>
            </a:fld>
            <a:endParaRPr lang="en-GB"/>
          </a:p>
        </p:txBody>
      </p:sp>
    </p:spTree>
    <p:extLst>
      <p:ext uri="{BB962C8B-B14F-4D97-AF65-F5344CB8AC3E}">
        <p14:creationId xmlns:p14="http://schemas.microsoft.com/office/powerpoint/2010/main" val="31948392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562032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2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4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bg>
      <p:bgPr>
        <a:solidFill>
          <a:schemeClr val="bg1"/>
        </a:solid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4A36DC34-EED6-8F49-8473-3802F6C2A3D1}"/>
              </a:ext>
            </a:extLst>
          </p:cNvPr>
          <p:cNvSpPr>
            <a:spLocks noGrp="1"/>
          </p:cNvSpPr>
          <p:nvPr>
            <p:ph type="title" hasCustomPrompt="1"/>
          </p:nvPr>
        </p:nvSpPr>
        <p:spPr>
          <a:xfrm>
            <a:off x="321512" y="1899336"/>
            <a:ext cx="7222792" cy="1344828"/>
          </a:xfrm>
          <a:prstGeom prst="rect">
            <a:avLst/>
          </a:prstGeom>
          <a:noFill/>
        </p:spPr>
        <p:txBody>
          <a:bodyPr lIns="0" tIns="0" rIns="0" bIns="182880" anchor="b" anchorCtr="0"/>
          <a:lstStyle>
            <a:lvl1pPr>
              <a:defRPr sz="3530" strike="noStrike" spc="-36" baseline="0">
                <a:solidFill>
                  <a:schemeClr val="tx2"/>
                </a:solidFill>
              </a:defRPr>
            </a:lvl1pPr>
          </a:lstStyle>
          <a:p>
            <a:r>
              <a:rPr lang="en-US">
                <a:solidFill>
                  <a:schemeClr val="tx1"/>
                </a:solidFill>
              </a:rPr>
              <a:t>Microsoft Security title</a:t>
            </a:r>
            <a:endParaRPr lang="en-US"/>
          </a:p>
        </p:txBody>
      </p:sp>
      <p:sp>
        <p:nvSpPr>
          <p:cNvPr id="14" name="Text Placeholder 10">
            <a:extLst>
              <a:ext uri="{FF2B5EF4-FFF2-40B4-BE49-F238E27FC236}">
                <a16:creationId xmlns:a16="http://schemas.microsoft.com/office/drawing/2014/main" id="{2E500E80-DD0C-EF4F-BB7D-03960A098E1F}"/>
              </a:ext>
            </a:extLst>
          </p:cNvPr>
          <p:cNvSpPr>
            <a:spLocks noGrp="1"/>
          </p:cNvSpPr>
          <p:nvPr>
            <p:ph type="body" sz="quarter" idx="15" hasCustomPrompt="1"/>
          </p:nvPr>
        </p:nvSpPr>
        <p:spPr>
          <a:xfrm>
            <a:off x="331851" y="3262586"/>
            <a:ext cx="7202114" cy="592213"/>
          </a:xfrm>
          <a:prstGeom prst="rect">
            <a:avLst/>
          </a:prstGeom>
        </p:spPr>
        <p:txBody>
          <a:bodyPr/>
          <a:lstStyle>
            <a:lvl1pPr>
              <a:defRPr sz="1324">
                <a:solidFill>
                  <a:srgbClr val="000000"/>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82FAE6D0-0992-4139-9359-5135BCE47E11}"/>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84538177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with blue background">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FDD3BB94-DC99-244C-91E3-A9764AF2671E}"/>
              </a:ext>
            </a:extLst>
          </p:cNvPr>
          <p:cNvSpPr>
            <a:spLocks noGrp="1"/>
          </p:cNvSpPr>
          <p:nvPr>
            <p:ph type="title" hasCustomPrompt="1"/>
          </p:nvPr>
        </p:nvSpPr>
        <p:spPr>
          <a:xfrm>
            <a:off x="321512" y="1899336"/>
            <a:ext cx="7222792" cy="1344828"/>
          </a:xfrm>
          <a:prstGeom prst="rect">
            <a:avLst/>
          </a:prstGeom>
          <a:noFill/>
        </p:spPr>
        <p:txBody>
          <a:bodyPr lIns="0" tIns="0" rIns="0" bIns="182880" anchor="b" anchorCtr="0"/>
          <a:lstStyle>
            <a:lvl1pPr>
              <a:defRPr sz="3530" strike="noStrike" spc="-36" baseline="0">
                <a:solidFill>
                  <a:schemeClr val="bg1"/>
                </a:solidFill>
              </a:defRPr>
            </a:lvl1pPr>
          </a:lstStyle>
          <a:p>
            <a:r>
              <a:rPr lang="en-US"/>
              <a:t>Microsoft 365 title</a:t>
            </a:r>
          </a:p>
        </p:txBody>
      </p:sp>
      <p:sp>
        <p:nvSpPr>
          <p:cNvPr id="16" name="Text Placeholder 10">
            <a:extLst>
              <a:ext uri="{FF2B5EF4-FFF2-40B4-BE49-F238E27FC236}">
                <a16:creationId xmlns:a16="http://schemas.microsoft.com/office/drawing/2014/main" id="{63FCEA3C-C822-5A4A-9561-695239EA77C3}"/>
              </a:ext>
            </a:extLst>
          </p:cNvPr>
          <p:cNvSpPr>
            <a:spLocks noGrp="1"/>
          </p:cNvSpPr>
          <p:nvPr>
            <p:ph type="body" sz="quarter" idx="15" hasCustomPrompt="1"/>
          </p:nvPr>
        </p:nvSpPr>
        <p:spPr>
          <a:xfrm>
            <a:off x="331851" y="3262586"/>
            <a:ext cx="7202114" cy="592213"/>
          </a:xfrm>
          <a:prstGeom prst="rect">
            <a:avLst/>
          </a:prstGeom>
        </p:spPr>
        <p:txBody>
          <a:bodyPr/>
          <a:lstStyle>
            <a:lvl1pPr>
              <a:defRPr sz="1324">
                <a:solidFill>
                  <a:schemeClr val="bg1"/>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DE984AF9-42B3-4123-927E-CEC8570AFE35}"/>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solidFill>
                <a:schemeClr val="bg1"/>
              </a:solidFill>
            </a:endParaRPr>
          </a:p>
        </p:txBody>
      </p:sp>
    </p:spTree>
    <p:extLst>
      <p:ext uri="{BB962C8B-B14F-4D97-AF65-F5344CB8AC3E}">
        <p14:creationId xmlns:p14="http://schemas.microsoft.com/office/powerpoint/2010/main" val="71704555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graphic 1">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D09A9D1-6212-8B49-96D7-B3E9D17D4BAB}"/>
              </a:ext>
            </a:extLst>
          </p:cNvPr>
          <p:cNvSpPr>
            <a:spLocks noGrp="1"/>
          </p:cNvSpPr>
          <p:nvPr>
            <p:ph type="title" hasCustomPrompt="1"/>
          </p:nvPr>
        </p:nvSpPr>
        <p:spPr>
          <a:xfrm>
            <a:off x="321511" y="1899336"/>
            <a:ext cx="4071702" cy="1344828"/>
          </a:xfrm>
          <a:prstGeom prst="rect">
            <a:avLst/>
          </a:prstGeom>
          <a:noFill/>
        </p:spPr>
        <p:txBody>
          <a:bodyPr lIns="0" tIns="0" rIns="0" bIns="182880" anchor="b" anchorCtr="0"/>
          <a:lstStyle>
            <a:lvl1pPr>
              <a:defRPr sz="3530" strike="noStrike" spc="-36" baseline="0">
                <a:solidFill>
                  <a:srgbClr val="000000"/>
                </a:solidFill>
              </a:defRPr>
            </a:lvl1pPr>
          </a:lstStyle>
          <a:p>
            <a:r>
              <a:rPr lang="en-US"/>
              <a:t>Azure presentation</a:t>
            </a:r>
            <a:br>
              <a:rPr lang="en-US"/>
            </a:br>
            <a:r>
              <a:rPr lang="en-US"/>
              <a:t>title or event name</a:t>
            </a:r>
          </a:p>
        </p:txBody>
      </p:sp>
      <p:sp>
        <p:nvSpPr>
          <p:cNvPr id="9" name="Text Placeholder 10">
            <a:extLst>
              <a:ext uri="{FF2B5EF4-FFF2-40B4-BE49-F238E27FC236}">
                <a16:creationId xmlns:a16="http://schemas.microsoft.com/office/drawing/2014/main" id="{0881A9F1-B3A4-0742-8DAD-18EC8A78C522}"/>
              </a:ext>
            </a:extLst>
          </p:cNvPr>
          <p:cNvSpPr>
            <a:spLocks noGrp="1"/>
          </p:cNvSpPr>
          <p:nvPr>
            <p:ph type="body" sz="quarter" idx="15" hasCustomPrompt="1"/>
          </p:nvPr>
        </p:nvSpPr>
        <p:spPr>
          <a:xfrm>
            <a:off x="331849" y="3262586"/>
            <a:ext cx="4060046" cy="592213"/>
          </a:xfrm>
          <a:prstGeom prst="rect">
            <a:avLst/>
          </a:prstGeom>
        </p:spPr>
        <p:txBody>
          <a:bodyPr/>
          <a:lstStyle>
            <a:lvl1pPr>
              <a:defRPr sz="1324">
                <a:solidFill>
                  <a:srgbClr val="000000"/>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7" name="Footer Placeholder 1">
            <a:extLst>
              <a:ext uri="{FF2B5EF4-FFF2-40B4-BE49-F238E27FC236}">
                <a16:creationId xmlns:a16="http://schemas.microsoft.com/office/drawing/2014/main" id="{1B6BA0D2-3614-405C-8BB6-C5242154BADB}"/>
              </a:ext>
            </a:extLst>
          </p:cNvPr>
          <p:cNvSpPr txBox="1">
            <a:spLocks/>
          </p:cNvSpPr>
          <p:nvPr/>
        </p:nvSpPr>
        <p:spPr>
          <a:xfrm>
            <a:off x="3318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endParaRPr lang="en-US" sz="662" dirty="0"/>
          </a:p>
        </p:txBody>
      </p:sp>
      <p:pic>
        <p:nvPicPr>
          <p:cNvPr id="4" name="Picture 3">
            <a:extLst>
              <a:ext uri="{FF2B5EF4-FFF2-40B4-BE49-F238E27FC236}">
                <a16:creationId xmlns:a16="http://schemas.microsoft.com/office/drawing/2014/main" id="{C4B6689F-D3DF-4DE9-BFA0-0A8E724877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93213" y="0"/>
            <a:ext cx="4480343" cy="5143500"/>
          </a:xfrm>
          <a:prstGeom prst="rect">
            <a:avLst/>
          </a:prstGeom>
        </p:spPr>
      </p:pic>
    </p:spTree>
    <p:extLst>
      <p:ext uri="{BB962C8B-B14F-4D97-AF65-F5344CB8AC3E}">
        <p14:creationId xmlns:p14="http://schemas.microsoft.com/office/powerpoint/2010/main" val="3984553661"/>
      </p:ext>
    </p:extLst>
  </p:cSld>
  <p:clrMapOvr>
    <a:masterClrMapping/>
  </p:clrMapOvr>
  <p:transition>
    <p:fade/>
  </p:transition>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slide with graphic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321511" y="1899336"/>
            <a:ext cx="4071702" cy="1344828"/>
          </a:xfrm>
          <a:prstGeom prst="rect">
            <a:avLst/>
          </a:prstGeom>
          <a:noFill/>
        </p:spPr>
        <p:txBody>
          <a:bodyPr lIns="0" tIns="0" rIns="0" bIns="182880" anchor="b" anchorCtr="0"/>
          <a:lstStyle>
            <a:lvl1pPr>
              <a:defRPr sz="3530" strike="noStrike" spc="-36" baseline="0">
                <a:solidFill>
                  <a:schemeClr val="tx1"/>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331849" y="3262586"/>
            <a:ext cx="4060046" cy="592213"/>
          </a:xfrm>
          <a:prstGeom prst="rect">
            <a:avLst/>
          </a:prstGeom>
        </p:spPr>
        <p:txBody>
          <a:bodyPr/>
          <a:lstStyle>
            <a:lvl1pPr>
              <a:defRPr sz="1324">
                <a:solidFill>
                  <a:schemeClr val="tx1"/>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
        <p:nvSpPr>
          <p:cNvPr id="13" name="Oval 12">
            <a:extLst>
              <a:ext uri="{FF2B5EF4-FFF2-40B4-BE49-F238E27FC236}">
                <a16:creationId xmlns:a16="http://schemas.microsoft.com/office/drawing/2014/main" id="{0C62E602-B038-4AA6-A699-B469CFE1AD96}"/>
              </a:ext>
              <a:ext uri="{C183D7F6-B498-43B3-948B-1728B52AA6E4}">
                <adec:decorative xmlns:adec="http://schemas.microsoft.com/office/drawing/2017/decorative" val="1"/>
              </a:ext>
            </a:extLst>
          </p:cNvPr>
          <p:cNvSpPr/>
          <p:nvPr/>
        </p:nvSpPr>
        <p:spPr bwMode="auto">
          <a:xfrm>
            <a:off x="4787353" y="442062"/>
            <a:ext cx="4253984" cy="4259376"/>
          </a:xfrm>
          <a:prstGeom prst="ellipse">
            <a:avLst/>
          </a:prstGeom>
          <a:noFill/>
          <a:ln w="1905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grpSp>
        <p:nvGrpSpPr>
          <p:cNvPr id="37" name="Group 36">
            <a:extLst>
              <a:ext uri="{FF2B5EF4-FFF2-40B4-BE49-F238E27FC236}">
                <a16:creationId xmlns:a16="http://schemas.microsoft.com/office/drawing/2014/main" id="{695F69F3-6C65-4C67-BE9F-99EE13ECA942}"/>
              </a:ext>
            </a:extLst>
          </p:cNvPr>
          <p:cNvGrpSpPr/>
          <p:nvPr/>
        </p:nvGrpSpPr>
        <p:grpSpPr>
          <a:xfrm>
            <a:off x="4950710" y="644833"/>
            <a:ext cx="3861441" cy="3853835"/>
            <a:chOff x="6600946" y="859776"/>
            <a:chExt cx="5148588" cy="5138447"/>
          </a:xfrm>
        </p:grpSpPr>
        <p:grpSp>
          <p:nvGrpSpPr>
            <p:cNvPr id="38" name="Graphic 1">
              <a:extLst>
                <a:ext uri="{FF2B5EF4-FFF2-40B4-BE49-F238E27FC236}">
                  <a16:creationId xmlns:a16="http://schemas.microsoft.com/office/drawing/2014/main" id="{BC070748-6768-4FC2-A431-E43A99B45D24}"/>
                </a:ext>
              </a:extLst>
            </p:cNvPr>
            <p:cNvGrpSpPr/>
            <p:nvPr/>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48" name="Freeform: Shape 47">
                <a:extLst>
                  <a:ext uri="{FF2B5EF4-FFF2-40B4-BE49-F238E27FC236}">
                    <a16:creationId xmlns:a16="http://schemas.microsoft.com/office/drawing/2014/main" id="{04C016FB-6079-433E-86F5-11870BD5A617}"/>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272" dirty="0"/>
              </a:p>
            </p:txBody>
          </p:sp>
          <p:sp>
            <p:nvSpPr>
              <p:cNvPr id="49" name="Freeform: Shape 48">
                <a:extLst>
                  <a:ext uri="{FF2B5EF4-FFF2-40B4-BE49-F238E27FC236}">
                    <a16:creationId xmlns:a16="http://schemas.microsoft.com/office/drawing/2014/main" id="{54102133-5E8C-4CB3-AC62-D09FC824D203}"/>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272" dirty="0"/>
              </a:p>
            </p:txBody>
          </p:sp>
          <p:sp>
            <p:nvSpPr>
              <p:cNvPr id="50" name="Freeform: Shape 49">
                <a:extLst>
                  <a:ext uri="{FF2B5EF4-FFF2-40B4-BE49-F238E27FC236}">
                    <a16:creationId xmlns:a16="http://schemas.microsoft.com/office/drawing/2014/main" id="{0BCE9930-CFBB-4646-901A-120648FA1B9E}"/>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272" dirty="0"/>
              </a:p>
            </p:txBody>
          </p:sp>
          <p:sp>
            <p:nvSpPr>
              <p:cNvPr id="51" name="Freeform: Shape 50">
                <a:extLst>
                  <a:ext uri="{FF2B5EF4-FFF2-40B4-BE49-F238E27FC236}">
                    <a16:creationId xmlns:a16="http://schemas.microsoft.com/office/drawing/2014/main" id="{8C60FDBA-7C23-4806-88B5-29E31C6583DC}"/>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272" dirty="0"/>
              </a:p>
            </p:txBody>
          </p:sp>
          <p:sp>
            <p:nvSpPr>
              <p:cNvPr id="52" name="Freeform: Shape 51">
                <a:extLst>
                  <a:ext uri="{FF2B5EF4-FFF2-40B4-BE49-F238E27FC236}">
                    <a16:creationId xmlns:a16="http://schemas.microsoft.com/office/drawing/2014/main" id="{7DC83954-308D-4CAC-ADE0-92CE37FA6207}"/>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272" dirty="0"/>
              </a:p>
            </p:txBody>
          </p:sp>
          <p:sp>
            <p:nvSpPr>
              <p:cNvPr id="53" name="Freeform: Shape 52">
                <a:extLst>
                  <a:ext uri="{FF2B5EF4-FFF2-40B4-BE49-F238E27FC236}">
                    <a16:creationId xmlns:a16="http://schemas.microsoft.com/office/drawing/2014/main" id="{85339DC7-664E-4BEF-85FE-D1109A719B7E}"/>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272" dirty="0"/>
              </a:p>
            </p:txBody>
          </p:sp>
          <p:sp>
            <p:nvSpPr>
              <p:cNvPr id="54" name="Freeform: Shape 53">
                <a:extLst>
                  <a:ext uri="{FF2B5EF4-FFF2-40B4-BE49-F238E27FC236}">
                    <a16:creationId xmlns:a16="http://schemas.microsoft.com/office/drawing/2014/main" id="{DED6E3EF-BEB2-400D-A55F-8F548AA8A3C2}"/>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272" dirty="0"/>
              </a:p>
            </p:txBody>
          </p:sp>
          <p:sp>
            <p:nvSpPr>
              <p:cNvPr id="55" name="Freeform: Shape 54">
                <a:extLst>
                  <a:ext uri="{FF2B5EF4-FFF2-40B4-BE49-F238E27FC236}">
                    <a16:creationId xmlns:a16="http://schemas.microsoft.com/office/drawing/2014/main" id="{4056E671-564E-4828-B12C-3873C15097FD}"/>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272" dirty="0"/>
              </a:p>
            </p:txBody>
          </p:sp>
          <p:sp>
            <p:nvSpPr>
              <p:cNvPr id="56" name="Freeform: Shape 55">
                <a:extLst>
                  <a:ext uri="{FF2B5EF4-FFF2-40B4-BE49-F238E27FC236}">
                    <a16:creationId xmlns:a16="http://schemas.microsoft.com/office/drawing/2014/main" id="{CE2375AC-EE5D-462B-8769-A875F92C6D3F}"/>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272" dirty="0"/>
              </a:p>
            </p:txBody>
          </p:sp>
          <p:sp>
            <p:nvSpPr>
              <p:cNvPr id="57" name="Freeform: Shape 56">
                <a:extLst>
                  <a:ext uri="{FF2B5EF4-FFF2-40B4-BE49-F238E27FC236}">
                    <a16:creationId xmlns:a16="http://schemas.microsoft.com/office/drawing/2014/main" id="{5543C42A-4AA4-4EE3-9D6A-20D705974B93}"/>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272" dirty="0"/>
              </a:p>
            </p:txBody>
          </p:sp>
          <p:sp>
            <p:nvSpPr>
              <p:cNvPr id="58" name="Freeform: Shape 57">
                <a:extLst>
                  <a:ext uri="{FF2B5EF4-FFF2-40B4-BE49-F238E27FC236}">
                    <a16:creationId xmlns:a16="http://schemas.microsoft.com/office/drawing/2014/main" id="{5A06D381-5E3A-45E2-943A-D8A9CD6DDB02}"/>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272" dirty="0"/>
              </a:p>
            </p:txBody>
          </p:sp>
          <p:sp>
            <p:nvSpPr>
              <p:cNvPr id="59" name="Freeform: Shape 58">
                <a:extLst>
                  <a:ext uri="{FF2B5EF4-FFF2-40B4-BE49-F238E27FC236}">
                    <a16:creationId xmlns:a16="http://schemas.microsoft.com/office/drawing/2014/main" id="{6A50715D-06C2-4A50-B805-7C779755D7AD}"/>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272" dirty="0"/>
              </a:p>
            </p:txBody>
          </p:sp>
          <p:sp>
            <p:nvSpPr>
              <p:cNvPr id="60" name="Freeform: Shape 59">
                <a:extLst>
                  <a:ext uri="{FF2B5EF4-FFF2-40B4-BE49-F238E27FC236}">
                    <a16:creationId xmlns:a16="http://schemas.microsoft.com/office/drawing/2014/main" id="{76CB3FBA-91B0-4DCE-AC92-F9A18FF4D65A}"/>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272" dirty="0"/>
              </a:p>
            </p:txBody>
          </p:sp>
          <p:sp>
            <p:nvSpPr>
              <p:cNvPr id="61" name="Freeform: Shape 60">
                <a:extLst>
                  <a:ext uri="{FF2B5EF4-FFF2-40B4-BE49-F238E27FC236}">
                    <a16:creationId xmlns:a16="http://schemas.microsoft.com/office/drawing/2014/main" id="{22045ED4-534F-4B15-8795-D2C7547978FE}"/>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272" dirty="0"/>
              </a:p>
            </p:txBody>
          </p:sp>
          <p:sp>
            <p:nvSpPr>
              <p:cNvPr id="62" name="Freeform: Shape 61">
                <a:extLst>
                  <a:ext uri="{FF2B5EF4-FFF2-40B4-BE49-F238E27FC236}">
                    <a16:creationId xmlns:a16="http://schemas.microsoft.com/office/drawing/2014/main" id="{FEE68F87-0B6B-4885-866B-61423AE3724E}"/>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272" dirty="0"/>
              </a:p>
            </p:txBody>
          </p:sp>
          <p:sp>
            <p:nvSpPr>
              <p:cNvPr id="63" name="Freeform: Shape 62">
                <a:extLst>
                  <a:ext uri="{FF2B5EF4-FFF2-40B4-BE49-F238E27FC236}">
                    <a16:creationId xmlns:a16="http://schemas.microsoft.com/office/drawing/2014/main" id="{E99B4F58-0E6C-41DE-99A2-C3FCE7F11DB0}"/>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272" dirty="0"/>
              </a:p>
            </p:txBody>
          </p:sp>
          <p:sp>
            <p:nvSpPr>
              <p:cNvPr id="64" name="Freeform: Shape 63">
                <a:extLst>
                  <a:ext uri="{FF2B5EF4-FFF2-40B4-BE49-F238E27FC236}">
                    <a16:creationId xmlns:a16="http://schemas.microsoft.com/office/drawing/2014/main" id="{98213603-4044-4EDC-B3E0-CE20E3EE9BC2}"/>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272" dirty="0"/>
              </a:p>
            </p:txBody>
          </p:sp>
          <p:sp>
            <p:nvSpPr>
              <p:cNvPr id="65" name="Freeform: Shape 64">
                <a:extLst>
                  <a:ext uri="{FF2B5EF4-FFF2-40B4-BE49-F238E27FC236}">
                    <a16:creationId xmlns:a16="http://schemas.microsoft.com/office/drawing/2014/main" id="{DB035EF0-F3DA-4581-9198-447F52894F88}"/>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272" dirty="0"/>
              </a:p>
            </p:txBody>
          </p:sp>
          <p:sp>
            <p:nvSpPr>
              <p:cNvPr id="66" name="Freeform: Shape 65">
                <a:extLst>
                  <a:ext uri="{FF2B5EF4-FFF2-40B4-BE49-F238E27FC236}">
                    <a16:creationId xmlns:a16="http://schemas.microsoft.com/office/drawing/2014/main" id="{41AE2AF0-7DD9-443B-8718-D31F62D3CF64}"/>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272" dirty="0"/>
              </a:p>
            </p:txBody>
          </p:sp>
          <p:sp>
            <p:nvSpPr>
              <p:cNvPr id="67" name="Freeform: Shape 66">
                <a:extLst>
                  <a:ext uri="{FF2B5EF4-FFF2-40B4-BE49-F238E27FC236}">
                    <a16:creationId xmlns:a16="http://schemas.microsoft.com/office/drawing/2014/main" id="{1CB79995-5784-46B8-8607-92B5827FD726}"/>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272" dirty="0"/>
              </a:p>
            </p:txBody>
          </p:sp>
          <p:sp>
            <p:nvSpPr>
              <p:cNvPr id="68" name="Freeform: Shape 67">
                <a:extLst>
                  <a:ext uri="{FF2B5EF4-FFF2-40B4-BE49-F238E27FC236}">
                    <a16:creationId xmlns:a16="http://schemas.microsoft.com/office/drawing/2014/main" id="{C2CD6B3F-A5CA-4C9E-A462-6CF2EE2A5719}"/>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272" dirty="0"/>
              </a:p>
            </p:txBody>
          </p:sp>
          <p:sp>
            <p:nvSpPr>
              <p:cNvPr id="69" name="Freeform: Shape 68">
                <a:extLst>
                  <a:ext uri="{FF2B5EF4-FFF2-40B4-BE49-F238E27FC236}">
                    <a16:creationId xmlns:a16="http://schemas.microsoft.com/office/drawing/2014/main" id="{078CAE18-6328-4577-A1E2-68D4E723AA5D}"/>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272" dirty="0"/>
              </a:p>
            </p:txBody>
          </p:sp>
          <p:sp>
            <p:nvSpPr>
              <p:cNvPr id="70" name="Freeform: Shape 69">
                <a:extLst>
                  <a:ext uri="{FF2B5EF4-FFF2-40B4-BE49-F238E27FC236}">
                    <a16:creationId xmlns:a16="http://schemas.microsoft.com/office/drawing/2014/main" id="{EBA2E409-2F87-44E1-BDE0-C3F0C5F0EE68}"/>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272" dirty="0"/>
              </a:p>
            </p:txBody>
          </p:sp>
          <p:sp>
            <p:nvSpPr>
              <p:cNvPr id="71" name="Freeform: Shape 70">
                <a:extLst>
                  <a:ext uri="{FF2B5EF4-FFF2-40B4-BE49-F238E27FC236}">
                    <a16:creationId xmlns:a16="http://schemas.microsoft.com/office/drawing/2014/main" id="{4B3569C1-CDDE-4300-A777-F5A88095235D}"/>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272" dirty="0"/>
              </a:p>
            </p:txBody>
          </p:sp>
        </p:grpSp>
        <p:sp>
          <p:nvSpPr>
            <p:cNvPr id="39" name="Oval 38">
              <a:extLst>
                <a:ext uri="{FF2B5EF4-FFF2-40B4-BE49-F238E27FC236}">
                  <a16:creationId xmlns:a16="http://schemas.microsoft.com/office/drawing/2014/main" id="{9AE111FB-FF99-4626-BF15-A4F33CA3E1B5}"/>
                </a:ext>
              </a:extLst>
            </p:cNvPr>
            <p:cNvSpPr/>
            <p:nvPr userDrawn="1"/>
          </p:nvSpPr>
          <p:spPr bwMode="auto">
            <a:xfrm>
              <a:off x="7282905" y="3548967"/>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0" name="Oval 39">
              <a:extLst>
                <a:ext uri="{FF2B5EF4-FFF2-40B4-BE49-F238E27FC236}">
                  <a16:creationId xmlns:a16="http://schemas.microsoft.com/office/drawing/2014/main" id="{EEBF4D1F-7718-4CBE-B978-16FFCC2E3239}"/>
                </a:ext>
              </a:extLst>
            </p:cNvPr>
            <p:cNvSpPr/>
            <p:nvPr userDrawn="1"/>
          </p:nvSpPr>
          <p:spPr bwMode="auto">
            <a:xfrm>
              <a:off x="10896617" y="2909240"/>
              <a:ext cx="124272" cy="12429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1" name="Oval 40">
              <a:extLst>
                <a:ext uri="{FF2B5EF4-FFF2-40B4-BE49-F238E27FC236}">
                  <a16:creationId xmlns:a16="http://schemas.microsoft.com/office/drawing/2014/main" id="{59426D11-A3B4-4FDE-8641-D925588DAB39}"/>
                </a:ext>
              </a:extLst>
            </p:cNvPr>
            <p:cNvSpPr/>
            <p:nvPr userDrawn="1"/>
          </p:nvSpPr>
          <p:spPr bwMode="auto">
            <a:xfrm>
              <a:off x="9437993" y="5187887"/>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2" name="Oval 41">
              <a:extLst>
                <a:ext uri="{FF2B5EF4-FFF2-40B4-BE49-F238E27FC236}">
                  <a16:creationId xmlns:a16="http://schemas.microsoft.com/office/drawing/2014/main" id="{57EDB010-9BE7-4344-984B-7453B4FF8307}"/>
                </a:ext>
              </a:extLst>
            </p:cNvPr>
            <p:cNvSpPr/>
            <p:nvPr userDrawn="1"/>
          </p:nvSpPr>
          <p:spPr bwMode="auto">
            <a:xfrm>
              <a:off x="9087616" y="1541433"/>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3" name="Oval 42">
              <a:extLst>
                <a:ext uri="{FF2B5EF4-FFF2-40B4-BE49-F238E27FC236}">
                  <a16:creationId xmlns:a16="http://schemas.microsoft.com/office/drawing/2014/main" id="{786CA2CE-9797-4C92-9057-B3C8D9338727}"/>
                </a:ext>
              </a:extLst>
            </p:cNvPr>
            <p:cNvSpPr/>
            <p:nvPr userDrawn="1"/>
          </p:nvSpPr>
          <p:spPr bwMode="auto">
            <a:xfrm>
              <a:off x="9052314" y="3314275"/>
              <a:ext cx="229418" cy="22945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4" name="Oval 43">
              <a:extLst>
                <a:ext uri="{FF2B5EF4-FFF2-40B4-BE49-F238E27FC236}">
                  <a16:creationId xmlns:a16="http://schemas.microsoft.com/office/drawing/2014/main" id="{F9A1662E-1481-432B-8DC4-FF834AA60F57}"/>
                </a:ext>
              </a:extLst>
            </p:cNvPr>
            <p:cNvSpPr/>
            <p:nvPr userDrawn="1"/>
          </p:nvSpPr>
          <p:spPr bwMode="auto">
            <a:xfrm>
              <a:off x="9104887" y="2889394"/>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5" name="Oval 44">
              <a:extLst>
                <a:ext uri="{FF2B5EF4-FFF2-40B4-BE49-F238E27FC236}">
                  <a16:creationId xmlns:a16="http://schemas.microsoft.com/office/drawing/2014/main" id="{715F718A-84C5-42DA-9B9C-64E200753714}"/>
                </a:ext>
              </a:extLst>
            </p:cNvPr>
            <p:cNvSpPr/>
            <p:nvPr userDrawn="1"/>
          </p:nvSpPr>
          <p:spPr bwMode="auto">
            <a:xfrm>
              <a:off x="9104887" y="3844315"/>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6" name="Oval 45">
              <a:extLst>
                <a:ext uri="{FF2B5EF4-FFF2-40B4-BE49-F238E27FC236}">
                  <a16:creationId xmlns:a16="http://schemas.microsoft.com/office/drawing/2014/main" id="{48AC1770-CB0D-4E0F-BBE4-41A23A7256AC}"/>
                </a:ext>
              </a:extLst>
            </p:cNvPr>
            <p:cNvSpPr/>
            <p:nvPr userDrawn="1"/>
          </p:nvSpPr>
          <p:spPr bwMode="auto">
            <a:xfrm rot="16200000">
              <a:off x="8628699"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7" name="Oval 46">
              <a:extLst>
                <a:ext uri="{FF2B5EF4-FFF2-40B4-BE49-F238E27FC236}">
                  <a16:creationId xmlns:a16="http://schemas.microsoft.com/office/drawing/2014/main" id="{4DE4736B-6655-4B31-833F-1C130B67E3D0}"/>
                </a:ext>
              </a:extLst>
            </p:cNvPr>
            <p:cNvSpPr/>
            <p:nvPr userDrawn="1"/>
          </p:nvSpPr>
          <p:spPr bwMode="auto">
            <a:xfrm rot="16200000">
              <a:off x="9583486"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grpSp>
    </p:spTree>
    <p:extLst>
      <p:ext uri="{BB962C8B-B14F-4D97-AF65-F5344CB8AC3E}">
        <p14:creationId xmlns:p14="http://schemas.microsoft.com/office/powerpoint/2010/main" val="380380974"/>
      </p:ext>
    </p:extLst>
  </p:cSld>
  <p:clrMapOvr>
    <a:masterClrMapping/>
  </p:clrMapOvr>
  <p:transition>
    <p:fade/>
  </p:transition>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slide with graphic 3">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321511" y="1899336"/>
            <a:ext cx="4071702" cy="1344828"/>
          </a:xfrm>
          <a:prstGeom prst="rect">
            <a:avLst/>
          </a:prstGeom>
          <a:noFill/>
        </p:spPr>
        <p:txBody>
          <a:bodyPr lIns="0" tIns="0" rIns="0" bIns="182880" anchor="b" anchorCtr="0"/>
          <a:lstStyle>
            <a:lvl1pPr>
              <a:defRPr sz="3530" strike="noStrike" spc="-36" baseline="0">
                <a:solidFill>
                  <a:schemeClr val="tx1"/>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331849" y="3262586"/>
            <a:ext cx="4060046" cy="592213"/>
          </a:xfrm>
          <a:prstGeom prst="rect">
            <a:avLst/>
          </a:prstGeom>
        </p:spPr>
        <p:txBody>
          <a:bodyPr/>
          <a:lstStyle>
            <a:lvl1pPr>
              <a:defRPr sz="1324">
                <a:solidFill>
                  <a:schemeClr val="tx1"/>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
        <p:nvSpPr>
          <p:cNvPr id="72" name="Rectangle 71">
            <a:extLst>
              <a:ext uri="{FF2B5EF4-FFF2-40B4-BE49-F238E27FC236}">
                <a16:creationId xmlns:a16="http://schemas.microsoft.com/office/drawing/2014/main" id="{5E3B1CB1-53A4-41B0-A2BE-8C0CF51F9838}"/>
              </a:ext>
            </a:extLst>
          </p:cNvPr>
          <p:cNvSpPr/>
          <p:nvPr/>
        </p:nvSpPr>
        <p:spPr bwMode="auto">
          <a:xfrm>
            <a:off x="4672381" y="0"/>
            <a:ext cx="4471619" cy="51435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pic>
        <p:nvPicPr>
          <p:cNvPr id="73" name="Picture 72">
            <a:extLst>
              <a:ext uri="{FF2B5EF4-FFF2-40B4-BE49-F238E27FC236}">
                <a16:creationId xmlns:a16="http://schemas.microsoft.com/office/drawing/2014/main" id="{D680D2A1-07E3-478C-BBA8-560737A24311}"/>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4583927" y="0"/>
            <a:ext cx="4560074" cy="5143500"/>
          </a:xfrm>
          <a:prstGeom prst="rect">
            <a:avLst/>
          </a:prstGeom>
        </p:spPr>
      </p:pic>
      <p:grpSp>
        <p:nvGrpSpPr>
          <p:cNvPr id="74" name="Graphic 1">
            <a:extLst>
              <a:ext uri="{FF2B5EF4-FFF2-40B4-BE49-F238E27FC236}">
                <a16:creationId xmlns:a16="http://schemas.microsoft.com/office/drawing/2014/main" id="{4D1B2C3D-109D-46DF-9BA8-640EAF66A03A}"/>
              </a:ext>
            </a:extLst>
          </p:cNvPr>
          <p:cNvGrpSpPr/>
          <p:nvPr/>
        </p:nvGrpSpPr>
        <p:grpSpPr>
          <a:xfrm>
            <a:off x="4950710" y="644833"/>
            <a:ext cx="3861441" cy="3853835"/>
            <a:chOff x="5179859" y="2459480"/>
            <a:chExt cx="2077534" cy="2073148"/>
          </a:xfrm>
          <a:gradFill>
            <a:gsLst>
              <a:gs pos="100000">
                <a:schemeClr val="tx2"/>
              </a:gs>
              <a:gs pos="23000">
                <a:schemeClr val="accent5"/>
              </a:gs>
            </a:gsLst>
            <a:lin ang="10800000" scaled="1"/>
          </a:gradFill>
        </p:grpSpPr>
        <p:sp>
          <p:nvSpPr>
            <p:cNvPr id="75" name="Freeform: Shape 74">
              <a:extLst>
                <a:ext uri="{FF2B5EF4-FFF2-40B4-BE49-F238E27FC236}">
                  <a16:creationId xmlns:a16="http://schemas.microsoft.com/office/drawing/2014/main" id="{4DD6AF04-319F-47B0-AAC8-6520DF9B67CE}"/>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272" dirty="0"/>
            </a:p>
          </p:txBody>
        </p:sp>
        <p:sp>
          <p:nvSpPr>
            <p:cNvPr id="76" name="Freeform: Shape 75">
              <a:extLst>
                <a:ext uri="{FF2B5EF4-FFF2-40B4-BE49-F238E27FC236}">
                  <a16:creationId xmlns:a16="http://schemas.microsoft.com/office/drawing/2014/main" id="{283985E4-C6DA-4D56-A4B2-188AF3D29025}"/>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272" dirty="0"/>
            </a:p>
          </p:txBody>
        </p:sp>
        <p:sp>
          <p:nvSpPr>
            <p:cNvPr id="77" name="Freeform: Shape 76">
              <a:extLst>
                <a:ext uri="{FF2B5EF4-FFF2-40B4-BE49-F238E27FC236}">
                  <a16:creationId xmlns:a16="http://schemas.microsoft.com/office/drawing/2014/main" id="{720519B8-1B86-435B-BE56-B5FAEAD39754}"/>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272" dirty="0"/>
            </a:p>
          </p:txBody>
        </p:sp>
        <p:sp>
          <p:nvSpPr>
            <p:cNvPr id="78" name="Freeform: Shape 77">
              <a:extLst>
                <a:ext uri="{FF2B5EF4-FFF2-40B4-BE49-F238E27FC236}">
                  <a16:creationId xmlns:a16="http://schemas.microsoft.com/office/drawing/2014/main" id="{DF83B222-A47F-44B5-9AB0-6ED40197E618}"/>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272" dirty="0"/>
            </a:p>
          </p:txBody>
        </p:sp>
        <p:sp>
          <p:nvSpPr>
            <p:cNvPr id="79" name="Freeform: Shape 78">
              <a:extLst>
                <a:ext uri="{FF2B5EF4-FFF2-40B4-BE49-F238E27FC236}">
                  <a16:creationId xmlns:a16="http://schemas.microsoft.com/office/drawing/2014/main" id="{589A001D-6C7B-4022-B9DE-F83CEC98FE10}"/>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272" dirty="0"/>
            </a:p>
          </p:txBody>
        </p:sp>
        <p:sp>
          <p:nvSpPr>
            <p:cNvPr id="80" name="Freeform: Shape 79">
              <a:extLst>
                <a:ext uri="{FF2B5EF4-FFF2-40B4-BE49-F238E27FC236}">
                  <a16:creationId xmlns:a16="http://schemas.microsoft.com/office/drawing/2014/main" id="{5DCC5C22-8F39-4F71-91FB-71155D0A374F}"/>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272" dirty="0"/>
            </a:p>
          </p:txBody>
        </p:sp>
        <p:sp>
          <p:nvSpPr>
            <p:cNvPr id="81" name="Freeform: Shape 80">
              <a:extLst>
                <a:ext uri="{FF2B5EF4-FFF2-40B4-BE49-F238E27FC236}">
                  <a16:creationId xmlns:a16="http://schemas.microsoft.com/office/drawing/2014/main" id="{0ABDA59A-625F-451E-BBC5-4F89B8E5CA51}"/>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272" dirty="0"/>
            </a:p>
          </p:txBody>
        </p:sp>
        <p:sp>
          <p:nvSpPr>
            <p:cNvPr id="82" name="Freeform: Shape 81">
              <a:extLst>
                <a:ext uri="{FF2B5EF4-FFF2-40B4-BE49-F238E27FC236}">
                  <a16:creationId xmlns:a16="http://schemas.microsoft.com/office/drawing/2014/main" id="{8FF37886-1883-475A-9E61-5E78DBBEDDAE}"/>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272" dirty="0"/>
            </a:p>
          </p:txBody>
        </p:sp>
        <p:sp>
          <p:nvSpPr>
            <p:cNvPr id="83" name="Freeform: Shape 82">
              <a:extLst>
                <a:ext uri="{FF2B5EF4-FFF2-40B4-BE49-F238E27FC236}">
                  <a16:creationId xmlns:a16="http://schemas.microsoft.com/office/drawing/2014/main" id="{798377FB-665F-4899-86A8-48FF769AC164}"/>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272" dirty="0"/>
            </a:p>
          </p:txBody>
        </p:sp>
        <p:sp>
          <p:nvSpPr>
            <p:cNvPr id="84" name="Freeform: Shape 83">
              <a:extLst>
                <a:ext uri="{FF2B5EF4-FFF2-40B4-BE49-F238E27FC236}">
                  <a16:creationId xmlns:a16="http://schemas.microsoft.com/office/drawing/2014/main" id="{A1B6E554-C7FE-437C-B43A-26461DDBED1D}"/>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272" dirty="0"/>
            </a:p>
          </p:txBody>
        </p:sp>
        <p:sp>
          <p:nvSpPr>
            <p:cNvPr id="85" name="Freeform: Shape 84">
              <a:extLst>
                <a:ext uri="{FF2B5EF4-FFF2-40B4-BE49-F238E27FC236}">
                  <a16:creationId xmlns:a16="http://schemas.microsoft.com/office/drawing/2014/main" id="{6916078A-4E6C-4B1D-8F43-B3F2605CCBBA}"/>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272" dirty="0"/>
            </a:p>
          </p:txBody>
        </p:sp>
        <p:sp>
          <p:nvSpPr>
            <p:cNvPr id="86" name="Freeform: Shape 85">
              <a:extLst>
                <a:ext uri="{FF2B5EF4-FFF2-40B4-BE49-F238E27FC236}">
                  <a16:creationId xmlns:a16="http://schemas.microsoft.com/office/drawing/2014/main" id="{870BEE33-905A-44A9-86EB-CC160AFE1010}"/>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272" dirty="0"/>
            </a:p>
          </p:txBody>
        </p:sp>
        <p:sp>
          <p:nvSpPr>
            <p:cNvPr id="87" name="Freeform: Shape 86">
              <a:extLst>
                <a:ext uri="{FF2B5EF4-FFF2-40B4-BE49-F238E27FC236}">
                  <a16:creationId xmlns:a16="http://schemas.microsoft.com/office/drawing/2014/main" id="{D0FEA133-67C4-462C-B78A-0D3B435D0A56}"/>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272" dirty="0"/>
            </a:p>
          </p:txBody>
        </p:sp>
        <p:sp>
          <p:nvSpPr>
            <p:cNvPr id="88" name="Freeform: Shape 87">
              <a:extLst>
                <a:ext uri="{FF2B5EF4-FFF2-40B4-BE49-F238E27FC236}">
                  <a16:creationId xmlns:a16="http://schemas.microsoft.com/office/drawing/2014/main" id="{0191B600-F65E-475C-99A2-EDC38A117B47}"/>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272" dirty="0"/>
            </a:p>
          </p:txBody>
        </p:sp>
        <p:sp>
          <p:nvSpPr>
            <p:cNvPr id="89" name="Freeform: Shape 88">
              <a:extLst>
                <a:ext uri="{FF2B5EF4-FFF2-40B4-BE49-F238E27FC236}">
                  <a16:creationId xmlns:a16="http://schemas.microsoft.com/office/drawing/2014/main" id="{81D1CB41-4153-4C2B-95A8-8E51D544C2A6}"/>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272" dirty="0"/>
            </a:p>
          </p:txBody>
        </p:sp>
        <p:sp>
          <p:nvSpPr>
            <p:cNvPr id="90" name="Freeform: Shape 89">
              <a:extLst>
                <a:ext uri="{FF2B5EF4-FFF2-40B4-BE49-F238E27FC236}">
                  <a16:creationId xmlns:a16="http://schemas.microsoft.com/office/drawing/2014/main" id="{AD85E53E-76EE-4693-B925-448F1AED55C3}"/>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272" dirty="0"/>
            </a:p>
          </p:txBody>
        </p:sp>
        <p:sp>
          <p:nvSpPr>
            <p:cNvPr id="91" name="Freeform: Shape 90">
              <a:extLst>
                <a:ext uri="{FF2B5EF4-FFF2-40B4-BE49-F238E27FC236}">
                  <a16:creationId xmlns:a16="http://schemas.microsoft.com/office/drawing/2014/main" id="{FBF422B5-FEC5-4A6F-980D-F4DCB2842F2D}"/>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272" dirty="0"/>
            </a:p>
          </p:txBody>
        </p:sp>
        <p:sp>
          <p:nvSpPr>
            <p:cNvPr id="92" name="Freeform: Shape 91">
              <a:extLst>
                <a:ext uri="{FF2B5EF4-FFF2-40B4-BE49-F238E27FC236}">
                  <a16:creationId xmlns:a16="http://schemas.microsoft.com/office/drawing/2014/main" id="{73E90C96-7BF3-4653-8F6B-20B2AEFF9C9A}"/>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272" dirty="0"/>
            </a:p>
          </p:txBody>
        </p:sp>
        <p:sp>
          <p:nvSpPr>
            <p:cNvPr id="93" name="Freeform: Shape 92">
              <a:extLst>
                <a:ext uri="{FF2B5EF4-FFF2-40B4-BE49-F238E27FC236}">
                  <a16:creationId xmlns:a16="http://schemas.microsoft.com/office/drawing/2014/main" id="{10255508-CD31-475F-9938-E6992594AD7F}"/>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272" dirty="0"/>
            </a:p>
          </p:txBody>
        </p:sp>
        <p:sp>
          <p:nvSpPr>
            <p:cNvPr id="94" name="Freeform: Shape 93">
              <a:extLst>
                <a:ext uri="{FF2B5EF4-FFF2-40B4-BE49-F238E27FC236}">
                  <a16:creationId xmlns:a16="http://schemas.microsoft.com/office/drawing/2014/main" id="{6180CF46-AD3A-4882-BF8C-42A4079F05AC}"/>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272" dirty="0"/>
            </a:p>
          </p:txBody>
        </p:sp>
        <p:sp>
          <p:nvSpPr>
            <p:cNvPr id="95" name="Freeform: Shape 94">
              <a:extLst>
                <a:ext uri="{FF2B5EF4-FFF2-40B4-BE49-F238E27FC236}">
                  <a16:creationId xmlns:a16="http://schemas.microsoft.com/office/drawing/2014/main" id="{E32DF239-2F1F-4DEF-84E6-8AA4C60B1814}"/>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272" dirty="0"/>
            </a:p>
          </p:txBody>
        </p:sp>
        <p:sp>
          <p:nvSpPr>
            <p:cNvPr id="96" name="Freeform: Shape 95">
              <a:extLst>
                <a:ext uri="{FF2B5EF4-FFF2-40B4-BE49-F238E27FC236}">
                  <a16:creationId xmlns:a16="http://schemas.microsoft.com/office/drawing/2014/main" id="{1FF529E2-E4DE-4BC2-AD36-9E2F91168396}"/>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272" dirty="0"/>
            </a:p>
          </p:txBody>
        </p:sp>
        <p:sp>
          <p:nvSpPr>
            <p:cNvPr id="97" name="Freeform: Shape 96">
              <a:extLst>
                <a:ext uri="{FF2B5EF4-FFF2-40B4-BE49-F238E27FC236}">
                  <a16:creationId xmlns:a16="http://schemas.microsoft.com/office/drawing/2014/main" id="{EBD42EE8-F67C-4184-AC55-B277B9D45512}"/>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272" dirty="0"/>
            </a:p>
          </p:txBody>
        </p:sp>
        <p:sp>
          <p:nvSpPr>
            <p:cNvPr id="98" name="Freeform: Shape 97">
              <a:extLst>
                <a:ext uri="{FF2B5EF4-FFF2-40B4-BE49-F238E27FC236}">
                  <a16:creationId xmlns:a16="http://schemas.microsoft.com/office/drawing/2014/main" id="{2FCFEDC0-0434-46B3-BDE6-2A548497D148}"/>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272" dirty="0"/>
            </a:p>
          </p:txBody>
        </p:sp>
      </p:grpSp>
    </p:spTree>
    <p:extLst>
      <p:ext uri="{BB962C8B-B14F-4D97-AF65-F5344CB8AC3E}">
        <p14:creationId xmlns:p14="http://schemas.microsoft.com/office/powerpoint/2010/main" val="2001150720"/>
      </p:ext>
    </p:extLst>
  </p:cSld>
  <p:clrMapOvr>
    <a:masterClrMapping/>
  </p:clrMapOvr>
  <p:transition>
    <p:fade/>
  </p:transition>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2" name="Footer Placeholder 1">
            <a:extLst>
              <a:ext uri="{FF2B5EF4-FFF2-40B4-BE49-F238E27FC236}">
                <a16:creationId xmlns:a16="http://schemas.microsoft.com/office/drawing/2014/main" id="{B852478B-55EF-4189-A468-2CD5FFD82747}"/>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433325735"/>
      </p:ext>
    </p:extLst>
  </p:cSld>
  <p:clrMapOvr>
    <a:masterClrMapping/>
  </p:clrMapOvr>
  <p:transition>
    <p:fade/>
  </p:transition>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and subheadin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4CBFC5-126D-4E5D-BA79-A65662FA3631}"/>
              </a:ext>
            </a:extLst>
          </p:cNvPr>
          <p:cNvSpPr>
            <a:spLocks noGrp="1"/>
          </p:cNvSpPr>
          <p:nvPr>
            <p:ph type="title"/>
          </p:nvPr>
        </p:nvSpPr>
        <p:spPr>
          <a:xfrm>
            <a:off x="313982" y="330371"/>
            <a:ext cx="8505951" cy="482130"/>
          </a:xfrm>
        </p:spPr>
        <p:txBody>
          <a:bodyPr/>
          <a:lstStyle/>
          <a:p>
            <a:r>
              <a:rPr lang="en-US"/>
              <a:t>Click to edit Master title style</a:t>
            </a:r>
          </a:p>
        </p:txBody>
      </p:sp>
      <p:sp>
        <p:nvSpPr>
          <p:cNvPr id="4" name="Text Placeholder 3">
            <a:extLst>
              <a:ext uri="{FF2B5EF4-FFF2-40B4-BE49-F238E27FC236}">
                <a16:creationId xmlns:a16="http://schemas.microsoft.com/office/drawing/2014/main" id="{DB521330-4B4A-4C5F-85CF-D5CBC2772D39}"/>
              </a:ext>
            </a:extLst>
          </p:cNvPr>
          <p:cNvSpPr>
            <a:spLocks noGrp="1"/>
          </p:cNvSpPr>
          <p:nvPr>
            <p:ph type="body" sz="quarter" idx="10" hasCustomPrompt="1"/>
          </p:nvPr>
        </p:nvSpPr>
        <p:spPr>
          <a:xfrm>
            <a:off x="324067" y="812501"/>
            <a:ext cx="8505951" cy="318677"/>
          </a:xfrm>
        </p:spPr>
        <p:txBody>
          <a:bodyPr tIns="45720" rIns="0" bIns="45720"/>
          <a:lstStyle>
            <a:lvl1pPr>
              <a:defRPr sz="1471">
                <a:solidFill>
                  <a:schemeClr val="tx1"/>
                </a:solidFill>
              </a:defRPr>
            </a:lvl1pPr>
          </a:lstStyle>
          <a:p>
            <a:r>
              <a:rPr lang="en-US"/>
              <a:t>Subheading Segoe UI </a:t>
            </a:r>
            <a:r>
              <a:rPr lang="en-US" err="1"/>
              <a:t>Semibold</a:t>
            </a:r>
            <a:r>
              <a:rPr lang="en-US"/>
              <a:t> 20 </a:t>
            </a:r>
            <a:r>
              <a:rPr lang="en-US" err="1"/>
              <a:t>pt</a:t>
            </a:r>
            <a:endParaRPr lang="en-US"/>
          </a:p>
        </p:txBody>
      </p:sp>
      <p:sp>
        <p:nvSpPr>
          <p:cNvPr id="2" name="Footer Placeholder 1">
            <a:extLst>
              <a:ext uri="{FF2B5EF4-FFF2-40B4-BE49-F238E27FC236}">
                <a16:creationId xmlns:a16="http://schemas.microsoft.com/office/drawing/2014/main" id="{64899B17-8D01-4107-A0A6-0451351ABAED}"/>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521773774"/>
      </p:ext>
    </p:extLst>
  </p:cSld>
  <p:clrMapOvr>
    <a:masterClrMapping/>
  </p:clrMapOvr>
  <p:transition>
    <p:fade/>
  </p:transition>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Text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4326" y="1092673"/>
            <a:ext cx="8505608" cy="1538883"/>
          </a:xfrm>
        </p:spPr>
        <p:txBody>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F415B60E-29D3-45EF-9FD0-D9924E0B78BB}"/>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74881804"/>
      </p:ext>
    </p:extLst>
  </p:cSld>
  <p:clrMapOvr>
    <a:masterClrMapping/>
  </p:clrMapOvr>
  <p:transition>
    <p:fade/>
  </p:transition>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ext Layout with footnot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4326" y="1092673"/>
            <a:ext cx="8505608" cy="1538883"/>
          </a:xfrm>
        </p:spPr>
        <p:txBody>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F5777EA2-9454-422E-AEC3-45CEC596AEB8}"/>
              </a:ext>
            </a:extLst>
          </p:cNvPr>
          <p:cNvSpPr/>
          <p:nvPr/>
        </p:nvSpPr>
        <p:spPr bwMode="auto">
          <a:xfrm>
            <a:off x="0" y="4252913"/>
            <a:ext cx="9144000" cy="56021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764357BA-0098-4BE6-A38B-76E4D9E64E6E}"/>
              </a:ext>
            </a:extLst>
          </p:cNvPr>
          <p:cNvSpPr>
            <a:spLocks noGrp="1"/>
          </p:cNvSpPr>
          <p:nvPr>
            <p:ph type="body" sz="quarter" idx="11"/>
          </p:nvPr>
        </p:nvSpPr>
        <p:spPr>
          <a:xfrm>
            <a:off x="313982" y="4327516"/>
            <a:ext cx="8505951" cy="411010"/>
          </a:xfrm>
        </p:spPr>
        <p:txBody>
          <a:bodyPr anchor="ctr"/>
          <a:lstStyle>
            <a:lvl1pPr>
              <a:defRPr sz="1471"/>
            </a:lvl1pPr>
          </a:lstStyle>
          <a:p>
            <a:pPr lvl="0"/>
            <a:r>
              <a:rPr lang="en-US"/>
              <a:t>Click to edit Master text styles</a:t>
            </a:r>
          </a:p>
        </p:txBody>
      </p:sp>
      <p:sp>
        <p:nvSpPr>
          <p:cNvPr id="4" name="Footer Placeholder 1">
            <a:extLst>
              <a:ext uri="{FF2B5EF4-FFF2-40B4-BE49-F238E27FC236}">
                <a16:creationId xmlns:a16="http://schemas.microsoft.com/office/drawing/2014/main" id="{BBE90075-187C-4F60-81BA-E239B43D9044}"/>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567465480"/>
      </p:ext>
    </p:extLst>
  </p:cSld>
  <p:clrMapOvr>
    <a:masterClrMapping/>
  </p:clrMapOvr>
  <p:transition>
    <p:fade/>
  </p:transition>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31101" y="1092672"/>
            <a:ext cx="4157839" cy="2822103"/>
          </a:xfrm>
          <a:solidFill>
            <a:schemeClr val="bg1">
              <a:lumMod val="95000"/>
            </a:schemeClr>
          </a:solidFill>
        </p:spPr>
        <p:txBody>
          <a:bodyPr lIns="137160">
            <a:noAutofit/>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1884D379-CA81-40D3-9E78-E89E7861D50F}"/>
              </a:ext>
            </a:extLst>
          </p:cNvPr>
          <p:cNvSpPr>
            <a:spLocks noGrp="1"/>
          </p:cNvSpPr>
          <p:nvPr>
            <p:ph sz="quarter" idx="11"/>
          </p:nvPr>
        </p:nvSpPr>
        <p:spPr>
          <a:xfrm>
            <a:off x="4672012" y="1092672"/>
            <a:ext cx="4157663" cy="2822103"/>
          </a:xfrm>
          <a:solidFill>
            <a:schemeClr val="bg1">
              <a:lumMod val="95000"/>
            </a:schemeClr>
          </a:solidFill>
        </p:spPr>
        <p:txBody>
          <a:bodyPr lIns="137160">
            <a:noAutofit/>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1EECB910-8937-4CC4-AEC5-2DD554C2D636}"/>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509846637"/>
      </p:ext>
    </p:extLst>
  </p:cSld>
  <p:clrMapOvr>
    <a:masterClrMapping/>
  </p:clrMapOvr>
  <p:transition>
    <p:fade/>
  </p:transition>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Bulleted Text Layout_two columns_half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313982" y="330371"/>
            <a:ext cx="8505951" cy="510147"/>
          </a:xfrm>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3982" y="1092673"/>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p:nvCxnSpPr>
        <p:spPr>
          <a:xfrm>
            <a:off x="4566958" y="1208438"/>
            <a:ext cx="0" cy="1690935"/>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4773713" y="1092673"/>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7516BD94-AE1C-455F-8D7D-7082BB27F029}"/>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421289563"/>
      </p:ext>
    </p:extLst>
  </p:cSld>
  <p:clrMapOvr>
    <a:masterClrMapping/>
  </p:clrMapOvr>
  <p:transition>
    <p:fade/>
  </p:transition>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_Bulleted Text Layout_two columns_full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313982" y="330371"/>
            <a:ext cx="8505951" cy="510147"/>
          </a:xfrm>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3982" y="1092674"/>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p:nvCxnSpPr>
        <p:spPr>
          <a:xfrm>
            <a:off x="4566957" y="1208438"/>
            <a:ext cx="0" cy="342241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4773713" y="1092674"/>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87A06669-B2CF-43F2-99B5-001A005A3AA1}"/>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040908089"/>
      </p:ext>
    </p:extLst>
  </p:cSld>
  <p:clrMapOvr>
    <a:masterClrMapping/>
  </p:clrMapOvr>
  <p:transition>
    <p:fade/>
  </p:transition>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Bulleted 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31101" y="1092672"/>
            <a:ext cx="4157839" cy="1314206"/>
          </a:xfrm>
          <a:solidFill>
            <a:schemeClr val="bg1">
              <a:lumMod val="95000"/>
            </a:schemeClr>
          </a:solidFill>
        </p:spPr>
        <p:txBody>
          <a:bodyPr lIns="137160" rIns="137160"/>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4672013" y="1092672"/>
            <a:ext cx="4148683" cy="1314206"/>
          </a:xfrm>
          <a:solidFill>
            <a:schemeClr val="bg1">
              <a:lumMod val="95000"/>
            </a:schemeClr>
          </a:solidFill>
        </p:spPr>
        <p:txBody>
          <a:bodyPr lIns="137160" rIns="137160"/>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Footer Placeholder 1">
            <a:extLst>
              <a:ext uri="{FF2B5EF4-FFF2-40B4-BE49-F238E27FC236}">
                <a16:creationId xmlns:a16="http://schemas.microsoft.com/office/drawing/2014/main" id="{FD7644AB-9D01-4585-9388-8EB76A4E16D3}"/>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791199661"/>
      </p:ext>
    </p:extLst>
  </p:cSld>
  <p:clrMapOvr>
    <a:masterClrMapping/>
  </p:clrMapOvr>
  <p:transition>
    <p:fade/>
  </p:transition>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Agenda 3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3 rows</a:t>
            </a:r>
          </a:p>
        </p:txBody>
      </p:sp>
      <p:sp>
        <p:nvSpPr>
          <p:cNvPr id="5" name="Text Placeholder 4"/>
          <p:cNvSpPr>
            <a:spLocks noGrp="1"/>
          </p:cNvSpPr>
          <p:nvPr>
            <p:ph type="body" sz="quarter" idx="11" hasCustomPrompt="1"/>
          </p:nvPr>
        </p:nvSpPr>
        <p:spPr>
          <a:xfrm>
            <a:off x="3058716" y="1019176"/>
            <a:ext cx="5771303" cy="918325"/>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3058716" y="2112589"/>
            <a:ext cx="5771303" cy="918325"/>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5" name="Text Placeholder 4">
            <a:extLst>
              <a:ext uri="{FF2B5EF4-FFF2-40B4-BE49-F238E27FC236}">
                <a16:creationId xmlns:a16="http://schemas.microsoft.com/office/drawing/2014/main" id="{17004B21-C7C1-4F96-8432-F7255C26DB8E}"/>
              </a:ext>
            </a:extLst>
          </p:cNvPr>
          <p:cNvSpPr>
            <a:spLocks noGrp="1"/>
          </p:cNvSpPr>
          <p:nvPr>
            <p:ph type="body" sz="quarter" idx="20" hasCustomPrompt="1"/>
          </p:nvPr>
        </p:nvSpPr>
        <p:spPr>
          <a:xfrm>
            <a:off x="3058716" y="3206001"/>
            <a:ext cx="5771303" cy="918325"/>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D3BC550B-9B11-4380-8D6F-F4741FB779EC}"/>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785053732"/>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Agenda 4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4 rows</a:t>
            </a:r>
          </a:p>
        </p:txBody>
      </p:sp>
      <p:sp>
        <p:nvSpPr>
          <p:cNvPr id="5" name="Text Placeholder 4"/>
          <p:cNvSpPr>
            <a:spLocks noGrp="1"/>
          </p:cNvSpPr>
          <p:nvPr>
            <p:ph type="body" sz="quarter" idx="11" hasCustomPrompt="1"/>
          </p:nvPr>
        </p:nvSpPr>
        <p:spPr>
          <a:xfrm>
            <a:off x="3058716" y="739278"/>
            <a:ext cx="5771303"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3058716" y="1754559"/>
            <a:ext cx="5771303"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3058716" y="2769838"/>
            <a:ext cx="5771303"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3058716" y="3785118"/>
            <a:ext cx="5771303"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1FA6548C-890C-4150-B5BD-A8AF55A82E70}"/>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741732253"/>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Agenda 6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6 rows</a:t>
            </a:r>
          </a:p>
        </p:txBody>
      </p:sp>
      <p:sp>
        <p:nvSpPr>
          <p:cNvPr id="5" name="Text Placeholder 4"/>
          <p:cNvSpPr>
            <a:spLocks noGrp="1"/>
          </p:cNvSpPr>
          <p:nvPr>
            <p:ph type="body" sz="quarter" idx="11" hasCustomPrompt="1"/>
          </p:nvPr>
        </p:nvSpPr>
        <p:spPr>
          <a:xfrm>
            <a:off x="3058716" y="518344"/>
            <a:ext cx="5771303" cy="616984"/>
          </a:xfrm>
        </p:spPr>
        <p:txBody>
          <a:bodyPr vert="horz" wrap="square" lIns="0" tIns="0" rIns="0" bIns="0" rtlCol="0" anchor="ctr">
            <a:noAutofit/>
          </a:bodyPr>
          <a:lstStyle>
            <a:lvl2pPr>
              <a:defRPr lang="en-US" sz="1324" b="0" dirty="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3058716" y="1214950"/>
            <a:ext cx="5771303" cy="616984"/>
          </a:xfrm>
        </p:spPr>
        <p:txBody>
          <a:bodyPr vert="horz" wrap="square" lIns="0" tIns="0" rIns="0" bIns="0" rtlCol="0" anchor="ctr">
            <a:noAutofit/>
          </a:bodyPr>
          <a:lstStyle>
            <a:lvl2pPr>
              <a:defRPr lang="en-US" sz="1324"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3058716" y="1911556"/>
            <a:ext cx="5771303" cy="616984"/>
          </a:xfrm>
        </p:spPr>
        <p:txBody>
          <a:bodyPr vert="horz" wrap="square" lIns="0" tIns="0" rIns="0" bIns="0" rtlCol="0" anchor="ctr">
            <a:noAutofit/>
          </a:bodyPr>
          <a:lstStyle>
            <a:lvl2pPr>
              <a:defRPr lang="en-US" sz="1324"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8" name="Text Placeholder 4"/>
          <p:cNvSpPr>
            <a:spLocks noGrp="1"/>
          </p:cNvSpPr>
          <p:nvPr>
            <p:ph type="body" sz="quarter" idx="19" hasCustomPrompt="1"/>
          </p:nvPr>
        </p:nvSpPr>
        <p:spPr>
          <a:xfrm>
            <a:off x="3058716" y="2608162"/>
            <a:ext cx="5771303" cy="616984"/>
          </a:xfrm>
        </p:spPr>
        <p:txBody>
          <a:bodyPr vert="horz" wrap="square" lIns="0" tIns="0" rIns="0" bIns="0" rtlCol="0" anchor="ctr">
            <a:noAutofit/>
          </a:bodyPr>
          <a:lstStyle>
            <a:lvl2pPr>
              <a:defRPr lang="en-US" sz="1324"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3058716" y="3304768"/>
            <a:ext cx="5771303" cy="61698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3058716" y="4001376"/>
            <a:ext cx="5771303" cy="61698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3CE3F527-08C7-43D0-8032-F2A71F76D6A3}"/>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419241983"/>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Agenda 8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8 rows</a:t>
            </a:r>
          </a:p>
        </p:txBody>
      </p:sp>
      <p:sp>
        <p:nvSpPr>
          <p:cNvPr id="5" name="Text Placeholder 4"/>
          <p:cNvSpPr>
            <a:spLocks noGrp="1"/>
          </p:cNvSpPr>
          <p:nvPr>
            <p:ph type="body" sz="quarter" idx="11" hasCustomPrompt="1"/>
          </p:nvPr>
        </p:nvSpPr>
        <p:spPr>
          <a:xfrm>
            <a:off x="3058717" y="349761"/>
            <a:ext cx="5771302" cy="506917"/>
          </a:xfrm>
        </p:spPr>
        <p:txBody>
          <a:bodyPr vert="horz" wrap="square" lIns="0" tIns="0" rIns="0" bIns="0" rtlCol="0" anchor="ctr">
            <a:noAutofit/>
          </a:bodyPr>
          <a:lstStyle>
            <a:lvl2pPr>
              <a:defRPr lang="en-US" sz="1177"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4" name="Text Placeholder 4"/>
          <p:cNvSpPr>
            <a:spLocks noGrp="1"/>
          </p:cNvSpPr>
          <p:nvPr>
            <p:ph type="body" sz="quarter" idx="15" hasCustomPrompt="1"/>
          </p:nvPr>
        </p:nvSpPr>
        <p:spPr>
          <a:xfrm>
            <a:off x="3058717" y="912198"/>
            <a:ext cx="5771302" cy="506917"/>
          </a:xfrm>
        </p:spPr>
        <p:txBody>
          <a:bodyPr vert="horz" wrap="square" lIns="0" tIns="0" rIns="0" bIns="0" rtlCol="0" anchor="ctr">
            <a:noAutofit/>
          </a:bodyPr>
          <a:lstStyle>
            <a:lvl2pPr>
              <a:defRPr lang="en-US" sz="1177" b="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6" name="Text Placeholder 4"/>
          <p:cNvSpPr>
            <a:spLocks noGrp="1"/>
          </p:cNvSpPr>
          <p:nvPr>
            <p:ph type="body" sz="quarter" idx="17" hasCustomPrompt="1"/>
          </p:nvPr>
        </p:nvSpPr>
        <p:spPr>
          <a:xfrm>
            <a:off x="3058717" y="1474635"/>
            <a:ext cx="5771302" cy="506917"/>
          </a:xfrm>
        </p:spPr>
        <p:txBody>
          <a:bodyPr vert="horz" wrap="square" lIns="0" tIns="0" rIns="0" bIns="0" rtlCol="0" anchor="ctr">
            <a:noAutofit/>
          </a:bodyPr>
          <a:lstStyle>
            <a:lvl2pPr>
              <a:defRPr lang="en-US" sz="1177" b="0" dirty="0" smtClean="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8" name="Text Placeholder 4"/>
          <p:cNvSpPr>
            <a:spLocks noGrp="1"/>
          </p:cNvSpPr>
          <p:nvPr>
            <p:ph type="body" sz="quarter" idx="19" hasCustomPrompt="1"/>
          </p:nvPr>
        </p:nvSpPr>
        <p:spPr>
          <a:xfrm>
            <a:off x="3058717" y="2037072"/>
            <a:ext cx="5771302" cy="506917"/>
          </a:xfrm>
        </p:spPr>
        <p:txBody>
          <a:bodyPr vert="horz" wrap="square" lIns="0" tIns="0" rIns="0" bIns="0" rtlCol="0" anchor="ctr">
            <a:noAutofit/>
          </a:bodyPr>
          <a:lstStyle>
            <a:lvl2pPr>
              <a:defRPr lang="en-US" sz="1177"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20" name="Text Placeholder 4"/>
          <p:cNvSpPr>
            <a:spLocks noGrp="1"/>
          </p:cNvSpPr>
          <p:nvPr>
            <p:ph type="body" sz="quarter" idx="21" hasCustomPrompt="1"/>
          </p:nvPr>
        </p:nvSpPr>
        <p:spPr>
          <a:xfrm>
            <a:off x="3058717" y="2599509"/>
            <a:ext cx="5771302" cy="506917"/>
          </a:xfrm>
        </p:spPr>
        <p:txBody>
          <a:bodyPr vert="horz" wrap="square" lIns="0" tIns="0" rIns="0" bIns="0" rtlCol="0" anchor="ctr">
            <a:noAutofit/>
          </a:bodyPr>
          <a:lstStyle>
            <a:lvl2pPr>
              <a:defRPr lang="en-US" sz="1177"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3058717" y="3161946"/>
            <a:ext cx="5771302"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3058717" y="3724383"/>
            <a:ext cx="5771302"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1" name="Text Placeholder 4">
            <a:extLst>
              <a:ext uri="{FF2B5EF4-FFF2-40B4-BE49-F238E27FC236}">
                <a16:creationId xmlns:a16="http://schemas.microsoft.com/office/drawing/2014/main" id="{BBE4C696-54C0-4167-89B1-D1FE9690F330}"/>
              </a:ext>
            </a:extLst>
          </p:cNvPr>
          <p:cNvSpPr>
            <a:spLocks noGrp="1"/>
          </p:cNvSpPr>
          <p:nvPr>
            <p:ph type="body" sz="quarter" idx="24" hasCustomPrompt="1"/>
          </p:nvPr>
        </p:nvSpPr>
        <p:spPr>
          <a:xfrm>
            <a:off x="3058717" y="4286823"/>
            <a:ext cx="5771302"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4" name="Footer Placeholder 1">
            <a:extLst>
              <a:ext uri="{FF2B5EF4-FFF2-40B4-BE49-F238E27FC236}">
                <a16:creationId xmlns:a16="http://schemas.microsoft.com/office/drawing/2014/main" id="{FCBBA077-FCDA-4F62-B502-F11F61DDA34D}"/>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355506131"/>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Agenda 2 column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1" y="0"/>
            <a:ext cx="1783556"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rIns="0" anchor="ctr"/>
          <a:lstStyle>
            <a:lvl1pPr>
              <a:defRPr>
                <a:solidFill>
                  <a:schemeClr val="bg1"/>
                </a:solidFill>
              </a:defRPr>
            </a:lvl1pPr>
          </a:lstStyle>
          <a:p>
            <a:r>
              <a:rPr lang="en-US"/>
              <a:t>Agenda</a:t>
            </a:r>
            <a:br>
              <a:rPr lang="en-US"/>
            </a:br>
            <a:r>
              <a:rPr lang="en-US"/>
              <a:t>8 rows</a:t>
            </a:r>
          </a:p>
        </p:txBody>
      </p:sp>
      <p:sp>
        <p:nvSpPr>
          <p:cNvPr id="5" name="Text Placeholder 4"/>
          <p:cNvSpPr>
            <a:spLocks noGrp="1"/>
          </p:cNvSpPr>
          <p:nvPr>
            <p:ph type="body" sz="quarter" idx="11" hasCustomPrompt="1"/>
          </p:nvPr>
        </p:nvSpPr>
        <p:spPr>
          <a:xfrm>
            <a:off x="2714625" y="349761"/>
            <a:ext cx="2497931"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14" name="Text Placeholder 4"/>
          <p:cNvSpPr>
            <a:spLocks noGrp="1"/>
          </p:cNvSpPr>
          <p:nvPr>
            <p:ph type="body" sz="quarter" idx="15" hasCustomPrompt="1"/>
          </p:nvPr>
        </p:nvSpPr>
        <p:spPr>
          <a:xfrm>
            <a:off x="2714625" y="981459"/>
            <a:ext cx="2497931" cy="506917"/>
          </a:xfrm>
        </p:spPr>
        <p:txBody>
          <a:bodyPr vert="horz" wrap="square" lIns="0" tIns="0" rIns="0" bIns="0" rtlCol="0" anchor="ctr">
            <a:noAutofit/>
          </a:bodyPr>
          <a:lstStyle>
            <a:lvl2pPr>
              <a:defRPr lang="en-US" sz="1030" b="0"/>
            </a:lvl2pPr>
          </a:lstStyle>
          <a:p>
            <a:pPr lvl="1">
              <a:buFont typeface="Arial" panose="020B0604020202020204" pitchFamily="34" charset="0"/>
            </a:pPr>
            <a:r>
              <a:rPr lang="en-US"/>
              <a:t>Body copy Segoe UI Regular 14/18. The quick brown fox jumps over the lazy dog. </a:t>
            </a:r>
          </a:p>
        </p:txBody>
      </p:sp>
      <p:sp>
        <p:nvSpPr>
          <p:cNvPr id="16" name="Text Placeholder 4"/>
          <p:cNvSpPr>
            <a:spLocks noGrp="1"/>
          </p:cNvSpPr>
          <p:nvPr>
            <p:ph type="body" sz="quarter" idx="17" hasCustomPrompt="1"/>
          </p:nvPr>
        </p:nvSpPr>
        <p:spPr>
          <a:xfrm>
            <a:off x="2714625" y="1613157"/>
            <a:ext cx="2497931" cy="506917"/>
          </a:xfrm>
        </p:spPr>
        <p:txBody>
          <a:bodyPr vert="horz" wrap="square" lIns="0" tIns="0" rIns="0" bIns="0" rtlCol="0" anchor="ctr">
            <a:noAutofit/>
          </a:bodyPr>
          <a:lstStyle>
            <a:lvl2pPr>
              <a:defRPr lang="en-US" sz="1030" b="0" dirty="0" smtClean="0"/>
            </a:lvl2pPr>
          </a:lstStyle>
          <a:p>
            <a:pPr lvl="1">
              <a:buFont typeface="Arial" panose="020B0604020202020204" pitchFamily="34" charset="0"/>
            </a:pPr>
            <a:r>
              <a:rPr lang="en-US"/>
              <a:t>Body copy Segoe UI Regular 14/18. The quick brown fox jumps over the lazy dog. </a:t>
            </a:r>
          </a:p>
        </p:txBody>
      </p:sp>
      <p:sp>
        <p:nvSpPr>
          <p:cNvPr id="18" name="Text Placeholder 4"/>
          <p:cNvSpPr>
            <a:spLocks noGrp="1"/>
          </p:cNvSpPr>
          <p:nvPr>
            <p:ph type="body" sz="quarter" idx="19" hasCustomPrompt="1"/>
          </p:nvPr>
        </p:nvSpPr>
        <p:spPr>
          <a:xfrm>
            <a:off x="2714625" y="2244855"/>
            <a:ext cx="2497931"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20" name="Text Placeholder 4"/>
          <p:cNvSpPr>
            <a:spLocks noGrp="1"/>
          </p:cNvSpPr>
          <p:nvPr>
            <p:ph type="body" sz="quarter" idx="21" hasCustomPrompt="1"/>
          </p:nvPr>
        </p:nvSpPr>
        <p:spPr>
          <a:xfrm>
            <a:off x="2714625" y="2876554"/>
            <a:ext cx="2497931"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2714625" y="3508251"/>
            <a:ext cx="2497931"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2714625" y="4139948"/>
            <a:ext cx="2497931"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12" name="Text Placeholder 4">
            <a:extLst>
              <a:ext uri="{FF2B5EF4-FFF2-40B4-BE49-F238E27FC236}">
                <a16:creationId xmlns:a16="http://schemas.microsoft.com/office/drawing/2014/main" id="{B26AB1BC-D652-40F2-83A2-06F6897248D2}"/>
              </a:ext>
            </a:extLst>
          </p:cNvPr>
          <p:cNvSpPr>
            <a:spLocks noGrp="1"/>
          </p:cNvSpPr>
          <p:nvPr>
            <p:ph type="body" sz="quarter" idx="24" hasCustomPrompt="1"/>
          </p:nvPr>
        </p:nvSpPr>
        <p:spPr>
          <a:xfrm>
            <a:off x="6248401" y="349761"/>
            <a:ext cx="2581618"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13" name="Text Placeholder 4">
            <a:extLst>
              <a:ext uri="{FF2B5EF4-FFF2-40B4-BE49-F238E27FC236}">
                <a16:creationId xmlns:a16="http://schemas.microsoft.com/office/drawing/2014/main" id="{B7BCA0EE-6780-4007-A1E7-E2C766ADB6AC}"/>
              </a:ext>
            </a:extLst>
          </p:cNvPr>
          <p:cNvSpPr>
            <a:spLocks noGrp="1"/>
          </p:cNvSpPr>
          <p:nvPr>
            <p:ph type="body" sz="quarter" idx="25" hasCustomPrompt="1"/>
          </p:nvPr>
        </p:nvSpPr>
        <p:spPr>
          <a:xfrm>
            <a:off x="6248401" y="981459"/>
            <a:ext cx="2581618" cy="506917"/>
          </a:xfrm>
        </p:spPr>
        <p:txBody>
          <a:bodyPr vert="horz" wrap="square" lIns="0" tIns="0" rIns="0" bIns="0" rtlCol="0" anchor="ctr">
            <a:noAutofit/>
          </a:bodyPr>
          <a:lstStyle>
            <a:lvl2pPr>
              <a:defRPr lang="en-US" sz="1030" b="0"/>
            </a:lvl2pPr>
          </a:lstStyle>
          <a:p>
            <a:pPr lvl="1">
              <a:buFont typeface="Arial" panose="020B0604020202020204" pitchFamily="34" charset="0"/>
            </a:pPr>
            <a:r>
              <a:rPr lang="en-US"/>
              <a:t>Body copy Segoe UI Regular 14/18. The quick brown fox jumps over the lazy dog. </a:t>
            </a:r>
          </a:p>
        </p:txBody>
      </p:sp>
      <p:sp>
        <p:nvSpPr>
          <p:cNvPr id="15" name="Text Placeholder 4">
            <a:extLst>
              <a:ext uri="{FF2B5EF4-FFF2-40B4-BE49-F238E27FC236}">
                <a16:creationId xmlns:a16="http://schemas.microsoft.com/office/drawing/2014/main" id="{42F7FEE8-0C97-4A8D-B62A-F9127046CA49}"/>
              </a:ext>
            </a:extLst>
          </p:cNvPr>
          <p:cNvSpPr>
            <a:spLocks noGrp="1"/>
          </p:cNvSpPr>
          <p:nvPr>
            <p:ph type="body" sz="quarter" idx="26" hasCustomPrompt="1"/>
          </p:nvPr>
        </p:nvSpPr>
        <p:spPr>
          <a:xfrm>
            <a:off x="6248401" y="1613157"/>
            <a:ext cx="2581618" cy="506917"/>
          </a:xfrm>
        </p:spPr>
        <p:txBody>
          <a:bodyPr vert="horz" wrap="square" lIns="0" tIns="0" rIns="0" bIns="0" rtlCol="0" anchor="ctr">
            <a:noAutofit/>
          </a:bodyPr>
          <a:lstStyle>
            <a:lvl2pPr>
              <a:defRPr lang="en-US" sz="1030" b="0" dirty="0" smtClean="0"/>
            </a:lvl2pPr>
          </a:lstStyle>
          <a:p>
            <a:pPr lvl="1">
              <a:buFont typeface="Arial" panose="020B0604020202020204" pitchFamily="34" charset="0"/>
            </a:pPr>
            <a:r>
              <a:rPr lang="en-US"/>
              <a:t>Body copy Segoe UI Regular 14/18. The quick brown fox jumps over the lazy dog. </a:t>
            </a:r>
          </a:p>
        </p:txBody>
      </p:sp>
      <p:sp>
        <p:nvSpPr>
          <p:cNvPr id="17" name="Text Placeholder 4">
            <a:extLst>
              <a:ext uri="{FF2B5EF4-FFF2-40B4-BE49-F238E27FC236}">
                <a16:creationId xmlns:a16="http://schemas.microsoft.com/office/drawing/2014/main" id="{A2CDDCC0-5CE0-47BF-9A58-947FAAFE0464}"/>
              </a:ext>
            </a:extLst>
          </p:cNvPr>
          <p:cNvSpPr>
            <a:spLocks noGrp="1"/>
          </p:cNvSpPr>
          <p:nvPr>
            <p:ph type="body" sz="quarter" idx="27" hasCustomPrompt="1"/>
          </p:nvPr>
        </p:nvSpPr>
        <p:spPr>
          <a:xfrm>
            <a:off x="6248401" y="2244855"/>
            <a:ext cx="2581618"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19" name="Text Placeholder 4">
            <a:extLst>
              <a:ext uri="{FF2B5EF4-FFF2-40B4-BE49-F238E27FC236}">
                <a16:creationId xmlns:a16="http://schemas.microsoft.com/office/drawing/2014/main" id="{CE365600-EF9A-4204-AC1D-49DA60EE0BC9}"/>
              </a:ext>
            </a:extLst>
          </p:cNvPr>
          <p:cNvSpPr>
            <a:spLocks noGrp="1"/>
          </p:cNvSpPr>
          <p:nvPr>
            <p:ph type="body" sz="quarter" idx="28" hasCustomPrompt="1"/>
          </p:nvPr>
        </p:nvSpPr>
        <p:spPr>
          <a:xfrm>
            <a:off x="6248401" y="2876554"/>
            <a:ext cx="2581618"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21" name="Text Placeholder 4">
            <a:extLst>
              <a:ext uri="{FF2B5EF4-FFF2-40B4-BE49-F238E27FC236}">
                <a16:creationId xmlns:a16="http://schemas.microsoft.com/office/drawing/2014/main" id="{7C988AC2-C93F-4C50-A6B6-35E8D243E2D3}"/>
              </a:ext>
            </a:extLst>
          </p:cNvPr>
          <p:cNvSpPr>
            <a:spLocks noGrp="1"/>
          </p:cNvSpPr>
          <p:nvPr>
            <p:ph type="body" sz="quarter" idx="29" hasCustomPrompt="1"/>
          </p:nvPr>
        </p:nvSpPr>
        <p:spPr>
          <a:xfrm>
            <a:off x="6248401" y="3508251"/>
            <a:ext cx="2581618"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22" name="Text Placeholder 4">
            <a:extLst>
              <a:ext uri="{FF2B5EF4-FFF2-40B4-BE49-F238E27FC236}">
                <a16:creationId xmlns:a16="http://schemas.microsoft.com/office/drawing/2014/main" id="{1BAD9B5E-AACF-4B5D-9D05-A8B6E03E279B}"/>
              </a:ext>
            </a:extLst>
          </p:cNvPr>
          <p:cNvSpPr>
            <a:spLocks noGrp="1"/>
          </p:cNvSpPr>
          <p:nvPr>
            <p:ph type="body" sz="quarter" idx="30" hasCustomPrompt="1"/>
          </p:nvPr>
        </p:nvSpPr>
        <p:spPr>
          <a:xfrm>
            <a:off x="6248401" y="4139948"/>
            <a:ext cx="2581618"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9F52899F-4DD5-4919-A5F9-0A5E692D4537}"/>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941527377"/>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28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ext option 3">
    <p:spTree>
      <p:nvGrpSpPr>
        <p:cNvPr id="1" name=""/>
        <p:cNvGrpSpPr/>
        <p:nvPr/>
      </p:nvGrpSpPr>
      <p:grpSpPr>
        <a:xfrm>
          <a:off x="0" y="0"/>
          <a:ext cx="0" cy="0"/>
          <a:chOff x="0" y="0"/>
          <a:chExt cx="0" cy="0"/>
        </a:xfrm>
      </p:grpSpPr>
      <p:sp>
        <p:nvSpPr>
          <p:cNvPr id="29" name="Title 28">
            <a:extLst>
              <a:ext uri="{FF2B5EF4-FFF2-40B4-BE49-F238E27FC236}">
                <a16:creationId xmlns:a16="http://schemas.microsoft.com/office/drawing/2014/main" id="{DB14B4B7-6595-4F80-A720-AEE6406FDDDB}"/>
              </a:ext>
            </a:extLst>
          </p:cNvPr>
          <p:cNvSpPr>
            <a:spLocks noGrp="1"/>
          </p:cNvSpPr>
          <p:nvPr>
            <p:ph type="title" hasCustomPrompt="1"/>
          </p:nvPr>
        </p:nvSpPr>
        <p:spPr/>
        <p:txBody>
          <a:bodyPr/>
          <a:lstStyle/>
          <a:p>
            <a:r>
              <a:rPr lang="en-US"/>
              <a:t>Text layout three columns images and text</a:t>
            </a:r>
          </a:p>
        </p:txBody>
      </p:sp>
      <p:sp>
        <p:nvSpPr>
          <p:cNvPr id="16" name="Rectangle 15">
            <a:extLst>
              <a:ext uri="{FF2B5EF4-FFF2-40B4-BE49-F238E27FC236}">
                <a16:creationId xmlns:a16="http://schemas.microsoft.com/office/drawing/2014/main" id="{A6AC17A7-7CAA-4CA5-89CD-184D76C19F56}"/>
              </a:ext>
              <a:ext uri="{C183D7F6-B498-43B3-948B-1728B52AA6E4}">
                <adec:decorative xmlns:adec="http://schemas.microsoft.com/office/drawing/2017/decorative" val="1"/>
              </a:ext>
            </a:extLst>
          </p:cNvPr>
          <p:cNvSpPr/>
          <p:nvPr/>
        </p:nvSpPr>
        <p:spPr bwMode="auto">
          <a:xfrm>
            <a:off x="351100" y="1092672"/>
            <a:ext cx="2702582" cy="2325432"/>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E501F238-570E-E648-9E57-DAA86A7A8ED3}"/>
              </a:ext>
            </a:extLst>
          </p:cNvPr>
          <p:cNvSpPr>
            <a:spLocks noGrp="1"/>
          </p:cNvSpPr>
          <p:nvPr>
            <p:ph type="pic" sz="quarter" idx="21" hasCustomPrompt="1"/>
          </p:nvPr>
        </p:nvSpPr>
        <p:spPr>
          <a:xfrm>
            <a:off x="444570" y="1173098"/>
            <a:ext cx="2515643" cy="2164582"/>
          </a:xfrm>
          <a:prstGeom prst="rect">
            <a:avLst/>
          </a:prstGeom>
          <a:blipFill>
            <a:blip r:embed="rId2"/>
            <a:stretch>
              <a:fillRect/>
            </a:stretch>
          </a:blipFill>
          <a:ln w="19050">
            <a:noFill/>
          </a:ln>
        </p:spPr>
        <p:txBody>
          <a:bodyPr lIns="914400" rIns="91440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793"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5" name="Text Placeholder 4"/>
          <p:cNvSpPr>
            <a:spLocks noGrp="1"/>
          </p:cNvSpPr>
          <p:nvPr>
            <p:ph type="body" sz="quarter" idx="11" hasCustomPrompt="1"/>
          </p:nvPr>
        </p:nvSpPr>
        <p:spPr>
          <a:xfrm>
            <a:off x="313984" y="3531162"/>
            <a:ext cx="2739698" cy="273473"/>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19" name="Text Placeholder 4">
            <a:extLst>
              <a:ext uri="{FF2B5EF4-FFF2-40B4-BE49-F238E27FC236}">
                <a16:creationId xmlns:a16="http://schemas.microsoft.com/office/drawing/2014/main" id="{F22038DD-9076-B34B-B54A-107DF3F024EE}"/>
              </a:ext>
            </a:extLst>
          </p:cNvPr>
          <p:cNvSpPr>
            <a:spLocks noGrp="1"/>
          </p:cNvSpPr>
          <p:nvPr>
            <p:ph type="body" sz="quarter" idx="17" hasCustomPrompt="1"/>
          </p:nvPr>
        </p:nvSpPr>
        <p:spPr>
          <a:xfrm>
            <a:off x="313984" y="3761122"/>
            <a:ext cx="2739698" cy="726353"/>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rgbClr val="000000"/>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7A2E6301-6404-4EF3-A39A-8E79FFA3C974}"/>
              </a:ext>
              <a:ext uri="{C183D7F6-B498-43B3-948B-1728B52AA6E4}">
                <adec:decorative xmlns:adec="http://schemas.microsoft.com/office/drawing/2017/decorative" val="1"/>
              </a:ext>
            </a:extLst>
          </p:cNvPr>
          <p:cNvSpPr/>
          <p:nvPr/>
        </p:nvSpPr>
        <p:spPr bwMode="auto">
          <a:xfrm>
            <a:off x="3231682" y="1092672"/>
            <a:ext cx="2702582" cy="2325432"/>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31" name="Picture Placeholder 7">
            <a:extLst>
              <a:ext uri="{FF2B5EF4-FFF2-40B4-BE49-F238E27FC236}">
                <a16:creationId xmlns:a16="http://schemas.microsoft.com/office/drawing/2014/main" id="{1BE65963-6DE8-471D-88DB-2FC78087003C}"/>
              </a:ext>
            </a:extLst>
          </p:cNvPr>
          <p:cNvSpPr>
            <a:spLocks noGrp="1"/>
          </p:cNvSpPr>
          <p:nvPr>
            <p:ph type="pic" sz="quarter" idx="26" hasCustomPrompt="1"/>
          </p:nvPr>
        </p:nvSpPr>
        <p:spPr>
          <a:xfrm>
            <a:off x="3325152" y="1173098"/>
            <a:ext cx="2515643" cy="2164582"/>
          </a:xfrm>
          <a:prstGeom prst="rect">
            <a:avLst/>
          </a:prstGeom>
          <a:blipFill>
            <a:blip r:embed="rId2"/>
            <a:stretch>
              <a:fillRect/>
            </a:stretch>
          </a:blipFill>
          <a:ln w="19050">
            <a:noFill/>
          </a:ln>
        </p:spPr>
        <p:txBody>
          <a:bodyPr lIns="914400" rIns="91440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793"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32" name="Text Placeholder 4">
            <a:extLst>
              <a:ext uri="{FF2B5EF4-FFF2-40B4-BE49-F238E27FC236}">
                <a16:creationId xmlns:a16="http://schemas.microsoft.com/office/drawing/2014/main" id="{197742EC-5845-4BB1-84A3-00C1CF89012A}"/>
              </a:ext>
            </a:extLst>
          </p:cNvPr>
          <p:cNvSpPr>
            <a:spLocks noGrp="1"/>
          </p:cNvSpPr>
          <p:nvPr>
            <p:ph type="body" sz="quarter" idx="20" hasCustomPrompt="1"/>
          </p:nvPr>
        </p:nvSpPr>
        <p:spPr>
          <a:xfrm>
            <a:off x="3220478" y="3531162"/>
            <a:ext cx="2713786" cy="454612"/>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1" name="Text Placeholder 4">
            <a:extLst>
              <a:ext uri="{FF2B5EF4-FFF2-40B4-BE49-F238E27FC236}">
                <a16:creationId xmlns:a16="http://schemas.microsoft.com/office/drawing/2014/main" id="{B0C89B53-FA50-F248-AD0B-933DE098D70A}"/>
              </a:ext>
            </a:extLst>
          </p:cNvPr>
          <p:cNvSpPr>
            <a:spLocks noGrp="1"/>
          </p:cNvSpPr>
          <p:nvPr>
            <p:ph type="body" sz="quarter" idx="24" hasCustomPrompt="1"/>
          </p:nvPr>
        </p:nvSpPr>
        <p:spPr>
          <a:xfrm>
            <a:off x="3220478" y="3761122"/>
            <a:ext cx="2713786" cy="726353"/>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rgbClr val="000000"/>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 The quick brown fox jumps over the lazy dog. The quick brown fox jumps over the lazy dog. The quick brown fox jumps over the lazy dog.</a:t>
            </a:r>
          </a:p>
        </p:txBody>
      </p:sp>
      <p:sp>
        <p:nvSpPr>
          <p:cNvPr id="17" name="Rectangle 16">
            <a:extLst>
              <a:ext uri="{FF2B5EF4-FFF2-40B4-BE49-F238E27FC236}">
                <a16:creationId xmlns:a16="http://schemas.microsoft.com/office/drawing/2014/main" id="{5EC0DAC3-9E26-491C-A10D-7D086E91DB76}"/>
              </a:ext>
              <a:ext uri="{C183D7F6-B498-43B3-948B-1728B52AA6E4}">
                <adec:decorative xmlns:adec="http://schemas.microsoft.com/office/drawing/2017/decorative" val="1"/>
              </a:ext>
            </a:extLst>
          </p:cNvPr>
          <p:cNvSpPr/>
          <p:nvPr/>
        </p:nvSpPr>
        <p:spPr bwMode="auto">
          <a:xfrm>
            <a:off x="6119266" y="1092672"/>
            <a:ext cx="2702582" cy="2325432"/>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33" name="Picture Placeholder 7">
            <a:extLst>
              <a:ext uri="{FF2B5EF4-FFF2-40B4-BE49-F238E27FC236}">
                <a16:creationId xmlns:a16="http://schemas.microsoft.com/office/drawing/2014/main" id="{907DE53F-AA57-4741-9DAA-A44C19F78D30}"/>
              </a:ext>
            </a:extLst>
          </p:cNvPr>
          <p:cNvSpPr>
            <a:spLocks noGrp="1"/>
          </p:cNvSpPr>
          <p:nvPr>
            <p:ph type="pic" sz="quarter" idx="27" hasCustomPrompt="1"/>
          </p:nvPr>
        </p:nvSpPr>
        <p:spPr>
          <a:xfrm>
            <a:off x="6212737" y="1173098"/>
            <a:ext cx="2515643" cy="2164582"/>
          </a:xfrm>
          <a:prstGeom prst="rect">
            <a:avLst/>
          </a:prstGeom>
          <a:blipFill>
            <a:blip r:embed="rId2"/>
            <a:stretch>
              <a:fillRect/>
            </a:stretch>
          </a:blipFill>
          <a:ln w="19050">
            <a:noFill/>
          </a:ln>
        </p:spPr>
        <p:txBody>
          <a:bodyPr lIns="914400" rIns="91440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793"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10" name="Text Placeholder 4"/>
          <p:cNvSpPr>
            <a:spLocks noGrp="1"/>
          </p:cNvSpPr>
          <p:nvPr>
            <p:ph type="body" sz="quarter" idx="13" hasCustomPrompt="1"/>
          </p:nvPr>
        </p:nvSpPr>
        <p:spPr>
          <a:xfrm>
            <a:off x="6108063" y="3531162"/>
            <a:ext cx="2713786" cy="454612"/>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2" name="Text Placeholder 4">
            <a:extLst>
              <a:ext uri="{FF2B5EF4-FFF2-40B4-BE49-F238E27FC236}">
                <a16:creationId xmlns:a16="http://schemas.microsoft.com/office/drawing/2014/main" id="{C11EA858-BBCA-2149-9368-C1FDBC6C8DFD}"/>
              </a:ext>
            </a:extLst>
          </p:cNvPr>
          <p:cNvSpPr>
            <a:spLocks noGrp="1"/>
          </p:cNvSpPr>
          <p:nvPr>
            <p:ph type="body" sz="quarter" idx="25" hasCustomPrompt="1"/>
          </p:nvPr>
        </p:nvSpPr>
        <p:spPr>
          <a:xfrm>
            <a:off x="6108063" y="3761122"/>
            <a:ext cx="2713786" cy="726353"/>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rgbClr val="000000"/>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D26B0962-7685-4EBF-B99E-792210E71636}"/>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221024404"/>
      </p:ext>
    </p:extLst>
  </p:cSld>
  <p:clrMapOvr>
    <a:masterClrMapping/>
  </p:clrMapOvr>
  <p:transition>
    <p:fade/>
  </p:transition>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ection slide">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990B4C-4B23-479D-ADA8-DD6E0658DF5A}"/>
              </a:ext>
            </a:extLst>
          </p:cNvPr>
          <p:cNvSpPr/>
          <p:nvPr/>
        </p:nvSpPr>
        <p:spPr bwMode="auto">
          <a:xfrm>
            <a:off x="1" y="1894985"/>
            <a:ext cx="7273265" cy="1338036"/>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 name="Title 35"/>
          <p:cNvSpPr>
            <a:spLocks noGrp="1"/>
          </p:cNvSpPr>
          <p:nvPr>
            <p:ph type="title" hasCustomPrompt="1"/>
          </p:nvPr>
        </p:nvSpPr>
        <p:spPr>
          <a:xfrm>
            <a:off x="313983" y="1894985"/>
            <a:ext cx="6892433" cy="1338036"/>
          </a:xfrm>
          <a:prstGeom prst="rect">
            <a:avLst/>
          </a:prstGeom>
          <a:noFill/>
        </p:spPr>
        <p:txBody>
          <a:bodyPr vert="horz" wrap="square" lIns="0" tIns="0" rIns="0" bIns="0" rtlCol="0" anchor="ctr" anchorCtr="0">
            <a:noAutofit/>
          </a:bodyPr>
          <a:lstStyle>
            <a:lvl1pPr>
              <a:defRPr lang="en-US" sz="2647" spc="-36" baseline="0" dirty="0">
                <a:solidFill>
                  <a:schemeClr val="bg1"/>
                </a:solidFill>
              </a:defRPr>
            </a:lvl1pPr>
          </a:lstStyle>
          <a:p>
            <a:pPr marL="0" lvl="0">
              <a:lnSpc>
                <a:spcPts val="4037"/>
              </a:lnSpc>
            </a:pPr>
            <a:r>
              <a:rPr lang="en-US"/>
              <a:t>Section title</a:t>
            </a:r>
          </a:p>
        </p:txBody>
      </p:sp>
      <p:sp>
        <p:nvSpPr>
          <p:cNvPr id="6" name="Rectangle 5">
            <a:extLst>
              <a:ext uri="{FF2B5EF4-FFF2-40B4-BE49-F238E27FC236}">
                <a16:creationId xmlns:a16="http://schemas.microsoft.com/office/drawing/2014/main" id="{E7A7DCD7-2A9A-4303-B73A-A8AA23BAF4B6}"/>
              </a:ext>
            </a:extLst>
          </p:cNvPr>
          <p:cNvSpPr/>
          <p:nvPr/>
        </p:nvSpPr>
        <p:spPr bwMode="auto">
          <a:xfrm>
            <a:off x="7273266" y="1894985"/>
            <a:ext cx="1561952" cy="1338036"/>
          </a:xfrm>
          <a:prstGeom prst="rect">
            <a:avLst/>
          </a:prstGeom>
          <a:solidFill>
            <a:schemeClr val="bg2">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7" name="Rectangle 6">
            <a:extLst>
              <a:ext uri="{FF2B5EF4-FFF2-40B4-BE49-F238E27FC236}">
                <a16:creationId xmlns:a16="http://schemas.microsoft.com/office/drawing/2014/main" id="{79F5CEB5-AAB3-4E98-82B0-2B2EDFAC7F19}"/>
              </a:ext>
            </a:extLst>
          </p:cNvPr>
          <p:cNvSpPr/>
          <p:nvPr/>
        </p:nvSpPr>
        <p:spPr bwMode="auto">
          <a:xfrm>
            <a:off x="8677112" y="1860812"/>
            <a:ext cx="152906" cy="1406381"/>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6">
            <a:extLst>
              <a:ext uri="{FF2B5EF4-FFF2-40B4-BE49-F238E27FC236}">
                <a16:creationId xmlns:a16="http://schemas.microsoft.com/office/drawing/2014/main" id="{C39A4550-468E-4965-BBF3-650AD824060F}"/>
              </a:ext>
            </a:extLst>
          </p:cNvPr>
          <p:cNvSpPr/>
          <p:nvPr/>
        </p:nvSpPr>
        <p:spPr bwMode="auto">
          <a:xfrm flipH="1">
            <a:off x="7273264" y="1860812"/>
            <a:ext cx="152906" cy="1406381"/>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12" name="Picture Placeholder 11">
            <a:extLst>
              <a:ext uri="{FF2B5EF4-FFF2-40B4-BE49-F238E27FC236}">
                <a16:creationId xmlns:a16="http://schemas.microsoft.com/office/drawing/2014/main" id="{A0F18A81-5AF1-41EB-B335-9EF67062969B}"/>
              </a:ext>
            </a:extLst>
          </p:cNvPr>
          <p:cNvSpPr>
            <a:spLocks noGrp="1"/>
          </p:cNvSpPr>
          <p:nvPr>
            <p:ph type="pic" sz="quarter" idx="10"/>
          </p:nvPr>
        </p:nvSpPr>
        <p:spPr>
          <a:xfrm>
            <a:off x="7573771" y="2083464"/>
            <a:ext cx="960941" cy="961077"/>
          </a:xfrm>
        </p:spPr>
        <p:txBody>
          <a:bodyPr anchor="ctr">
            <a:noAutofit/>
          </a:bodyPr>
          <a:lstStyle>
            <a:lvl1pPr algn="ctr">
              <a:defRPr/>
            </a:lvl1pPr>
          </a:lstStyle>
          <a:p>
            <a:r>
              <a:rPr lang="en-US"/>
              <a:t>Click icon to add picture</a:t>
            </a:r>
            <a:endParaRPr lang="en-US" dirty="0"/>
          </a:p>
        </p:txBody>
      </p:sp>
      <p:sp>
        <p:nvSpPr>
          <p:cNvPr id="3" name="Footer Placeholder 1">
            <a:extLst>
              <a:ext uri="{FF2B5EF4-FFF2-40B4-BE49-F238E27FC236}">
                <a16:creationId xmlns:a16="http://schemas.microsoft.com/office/drawing/2014/main" id="{C6B75234-9944-48A2-8A21-99500C7BBB40}"/>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4057791131"/>
      </p:ext>
    </p:extLst>
  </p:cSld>
  <p:clrMapOvr>
    <a:masterClrMapping/>
  </p:clrMapOvr>
  <p:transition>
    <p:fade/>
  </p:transition>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Photo layou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4157637" cy="546336"/>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313983" y="1092673"/>
            <a:ext cx="4184483" cy="218008"/>
          </a:xfrm>
          <a:prstGeom prst="rect">
            <a:avLst/>
          </a:prstGeom>
        </p:spPr>
        <p:txBody>
          <a:bodyPr wrap="square" lIns="0" tIns="0" rIns="0" bIns="0">
            <a:spAutoFit/>
          </a:bodyPr>
          <a:lstStyle>
            <a:lvl1pPr marL="0" indent="0">
              <a:lnSpc>
                <a:spcPts val="1730"/>
              </a:lnSpc>
              <a:buNone/>
              <a:defRPr lang="en-US" sz="1471" kern="1200" spc="0" baseline="0" dirty="0">
                <a:solidFill>
                  <a:schemeClr val="tx1"/>
                </a:solidFill>
                <a:latin typeface="+mj-lt"/>
                <a:ea typeface="+mn-ea"/>
                <a:cs typeface="+mn-cs"/>
              </a:defRPr>
            </a:lvl1pPr>
            <a:lvl2pPr marL="164801" indent="0">
              <a:buNone/>
              <a:defRPr/>
            </a:lvl2pPr>
            <a:lvl3pPr marL="329601" indent="0">
              <a:buNone/>
              <a:defRPr/>
            </a:lvl3pPr>
            <a:lvl4pPr marL="494402" indent="0">
              <a:buNone/>
              <a:defRPr/>
            </a:lvl4pPr>
            <a:lvl5pPr marL="659202" indent="0">
              <a:buNone/>
              <a:defRPr/>
            </a:lvl5pPr>
          </a:lstStyle>
          <a:p>
            <a:pPr lvl="0"/>
            <a:r>
              <a:rPr lang="en-US"/>
              <a:t>Subhead Segoe UI </a:t>
            </a:r>
            <a:r>
              <a:rPr lang="en-US" err="1"/>
              <a:t>Semibold</a:t>
            </a:r>
            <a:r>
              <a:rPr lang="en-US"/>
              <a:t> 20/24. </a:t>
            </a:r>
          </a:p>
        </p:txBody>
      </p:sp>
      <p:sp>
        <p:nvSpPr>
          <p:cNvPr id="5" name="Text Placeholder 4">
            <a:extLst>
              <a:ext uri="{FF2B5EF4-FFF2-40B4-BE49-F238E27FC236}">
                <a16:creationId xmlns:a16="http://schemas.microsoft.com/office/drawing/2014/main" id="{6E31D123-CA1A-4568-88C8-6B1287D07EE9}"/>
              </a:ext>
            </a:extLst>
          </p:cNvPr>
          <p:cNvSpPr>
            <a:spLocks noGrp="1"/>
          </p:cNvSpPr>
          <p:nvPr>
            <p:ph type="body" sz="quarter" idx="13" hasCustomPrompt="1"/>
          </p:nvPr>
        </p:nvSpPr>
        <p:spPr>
          <a:xfrm>
            <a:off x="313984" y="1621222"/>
            <a:ext cx="4184483" cy="273473"/>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855576"/>
            <a:ext cx="4184483" cy="567848"/>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7" name="Text Placeholder 4">
            <a:extLst>
              <a:ext uri="{FF2B5EF4-FFF2-40B4-BE49-F238E27FC236}">
                <a16:creationId xmlns:a16="http://schemas.microsoft.com/office/drawing/2014/main" id="{0D336736-F7E2-BA48-AD3E-B0037BAC6816}"/>
              </a:ext>
            </a:extLst>
          </p:cNvPr>
          <p:cNvSpPr>
            <a:spLocks noGrp="1"/>
          </p:cNvSpPr>
          <p:nvPr>
            <p:ph type="body" sz="quarter" idx="43" hasCustomPrompt="1"/>
          </p:nvPr>
        </p:nvSpPr>
        <p:spPr>
          <a:xfrm>
            <a:off x="313984" y="2721659"/>
            <a:ext cx="4184483" cy="273473"/>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946759"/>
            <a:ext cx="4184483" cy="567848"/>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672383" y="-1"/>
            <a:ext cx="4479790" cy="5143501"/>
          </a:xfrm>
          <a:prstGeom prst="rect">
            <a:avLst/>
          </a:prstGeom>
          <a:blipFill>
            <a:blip r:embed="rId2"/>
            <a:stretch>
              <a:fillRect/>
            </a:stretch>
          </a:blipFill>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2" name="Footer Placeholder 1">
            <a:extLst>
              <a:ext uri="{FF2B5EF4-FFF2-40B4-BE49-F238E27FC236}">
                <a16:creationId xmlns:a16="http://schemas.microsoft.com/office/drawing/2014/main" id="{C3405CC5-9896-4E3A-9373-436306F5BF12}"/>
              </a:ext>
            </a:extLst>
          </p:cNvPr>
          <p:cNvSpPr txBox="1">
            <a:spLocks/>
          </p:cNvSpPr>
          <p:nvPr/>
        </p:nvSpPr>
        <p:spPr>
          <a:xfrm>
            <a:off x="313983"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l"/>
            <a:endParaRPr lang="en-US" sz="662" dirty="0"/>
          </a:p>
        </p:txBody>
      </p:sp>
    </p:spTree>
    <p:extLst>
      <p:ext uri="{BB962C8B-B14F-4D97-AF65-F5344CB8AC3E}">
        <p14:creationId xmlns:p14="http://schemas.microsoft.com/office/powerpoint/2010/main" val="4246079878"/>
      </p:ext>
    </p:extLst>
  </p:cSld>
  <p:clrMapOvr>
    <a:masterClrMapping/>
  </p:clrMapOvr>
  <p:transition>
    <p:fade/>
  </p:transition>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Photo layout with bullet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4157637" cy="546336"/>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313983" y="1092672"/>
            <a:ext cx="4184483" cy="276999"/>
          </a:xfrm>
          <a:prstGeom prst="rect">
            <a:avLst/>
          </a:prstGeom>
        </p:spPr>
        <p:txBody>
          <a:bodyPr wrap="square" lIns="0" tIns="0" rIns="0" bIns="0" anchor="t">
            <a:spAutoFit/>
          </a:bodyPr>
          <a:lstStyle>
            <a:lvl1pPr marL="0" indent="0">
              <a:lnSpc>
                <a:spcPct val="100000"/>
              </a:lnSpc>
              <a:buNone/>
              <a:defRPr lang="en-US" sz="1765" kern="1200" spc="0" baseline="0" dirty="0">
                <a:solidFill>
                  <a:schemeClr val="tx1"/>
                </a:solidFill>
                <a:latin typeface="+mj-lt"/>
                <a:ea typeface="+mn-ea"/>
                <a:cs typeface="+mn-cs"/>
              </a:defRPr>
            </a:lvl1pPr>
            <a:lvl2pPr marL="164801" indent="0">
              <a:buNone/>
              <a:defRPr/>
            </a:lvl2pPr>
            <a:lvl3pPr marL="329601" indent="0">
              <a:buNone/>
              <a:defRPr/>
            </a:lvl3pPr>
            <a:lvl4pPr marL="494402" indent="0">
              <a:buNone/>
              <a:defRPr/>
            </a:lvl4pPr>
            <a:lvl5pPr marL="659202"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701710"/>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p:nvCxnSpPr>
        <p:spPr>
          <a:xfrm>
            <a:off x="313983" y="2301033"/>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461776"/>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p:nvCxnSpPr>
        <p:spPr>
          <a:xfrm>
            <a:off x="313983" y="3061098"/>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313983" y="3221842"/>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p:nvCxnSpPr>
        <p:spPr>
          <a:xfrm>
            <a:off x="313983" y="3821165"/>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313983" y="3981906"/>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sp>
        <p:nvSpPr>
          <p:cNvPr id="2" name="Rectangle 1">
            <a:extLst>
              <a:ext uri="{FF2B5EF4-FFF2-40B4-BE49-F238E27FC236}">
                <a16:creationId xmlns:a16="http://schemas.microsoft.com/office/drawing/2014/main" id="{56B6D240-D672-4F0A-95ED-D92FC8351E6D}"/>
              </a:ext>
              <a:ext uri="{C183D7F6-B498-43B3-948B-1728B52AA6E4}">
                <adec:decorative xmlns:adec="http://schemas.microsoft.com/office/drawing/2017/decorative" val="1"/>
              </a:ext>
            </a:extLst>
          </p:cNvPr>
          <p:cNvSpPr/>
          <p:nvPr/>
        </p:nvSpPr>
        <p:spPr bwMode="auto">
          <a:xfrm>
            <a:off x="4672381" y="1092672"/>
            <a:ext cx="4157636" cy="3720458"/>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19" name="Picture Placeholder 7">
            <a:extLst>
              <a:ext uri="{FF2B5EF4-FFF2-40B4-BE49-F238E27FC236}">
                <a16:creationId xmlns:a16="http://schemas.microsoft.com/office/drawing/2014/main" id="{CA973F78-0779-41C2-98B4-4547D2CD7C11}"/>
              </a:ext>
            </a:extLst>
          </p:cNvPr>
          <p:cNvSpPr>
            <a:spLocks noGrp="1"/>
          </p:cNvSpPr>
          <p:nvPr>
            <p:ph type="pic" sz="quarter" idx="47" hasCustomPrompt="1"/>
          </p:nvPr>
        </p:nvSpPr>
        <p:spPr>
          <a:xfrm>
            <a:off x="4762260" y="1173098"/>
            <a:ext cx="3977884" cy="3559607"/>
          </a:xfrm>
          <a:prstGeom prst="rect">
            <a:avLst/>
          </a:prstGeom>
          <a:blipFill dpi="0" rotWithShape="1">
            <a:blip r:embed="rId2"/>
            <a:srcRect/>
            <a:stretch>
              <a:fillRect/>
            </a:stretch>
          </a:blipFill>
          <a:ln w="19050">
            <a:noFill/>
          </a:ln>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Footer Placeholder 1">
            <a:extLst>
              <a:ext uri="{FF2B5EF4-FFF2-40B4-BE49-F238E27FC236}">
                <a16:creationId xmlns:a16="http://schemas.microsoft.com/office/drawing/2014/main" id="{B3B62F3E-D0DF-4A13-A005-3CCFDD6DFC1A}"/>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404871920"/>
      </p:ext>
    </p:extLst>
  </p:cSld>
  <p:clrMapOvr>
    <a:masterClrMapping/>
  </p:clrMapOvr>
  <p:transition>
    <p:fade/>
  </p:transition>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1_Photo layout with bullet text &amp; icon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4157637" cy="546336"/>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313983" y="1282120"/>
            <a:ext cx="4184483" cy="276999"/>
          </a:xfrm>
          <a:prstGeom prst="rect">
            <a:avLst/>
          </a:prstGeom>
        </p:spPr>
        <p:txBody>
          <a:bodyPr wrap="square" lIns="0" tIns="0" rIns="0" bIns="0" anchor="b">
            <a:spAutoFit/>
          </a:bodyPr>
          <a:lstStyle>
            <a:lvl1pPr marL="0" indent="0">
              <a:lnSpc>
                <a:spcPct val="100000"/>
              </a:lnSpc>
              <a:buNone/>
              <a:defRPr lang="en-US" sz="1765" kern="1200" spc="0" baseline="0" dirty="0">
                <a:solidFill>
                  <a:schemeClr val="tx1"/>
                </a:solidFill>
                <a:latin typeface="+mj-lt"/>
                <a:ea typeface="+mn-ea"/>
                <a:cs typeface="+mn-cs"/>
              </a:defRPr>
            </a:lvl1pPr>
            <a:lvl2pPr marL="164801" indent="0">
              <a:buNone/>
              <a:defRPr/>
            </a:lvl2pPr>
            <a:lvl3pPr marL="329601" indent="0">
              <a:buNone/>
              <a:defRPr/>
            </a:lvl3pPr>
            <a:lvl4pPr marL="494402" indent="0">
              <a:buNone/>
              <a:defRPr/>
            </a:lvl4pPr>
            <a:lvl5pPr marL="659202"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1066800" y="1700490"/>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p:nvCxnSpPr>
        <p:spPr>
          <a:xfrm>
            <a:off x="1066800" y="2299812"/>
            <a:ext cx="337330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1066800" y="2460556"/>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p:nvCxnSpPr>
        <p:spPr>
          <a:xfrm>
            <a:off x="1066800" y="3059879"/>
            <a:ext cx="337330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1066800" y="3220621"/>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p:nvCxnSpPr>
        <p:spPr>
          <a:xfrm>
            <a:off x="1066800" y="3819945"/>
            <a:ext cx="337330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1066800" y="3980686"/>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672383" y="-1"/>
            <a:ext cx="4479790" cy="5143501"/>
          </a:xfrm>
          <a:prstGeom prst="rect">
            <a:avLst/>
          </a:prstGeom>
          <a:blipFill>
            <a:blip r:embed="rId2"/>
            <a:stretch>
              <a:fillRect/>
            </a:stretch>
          </a:blipFill>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2" name="Footer Placeholder 1">
            <a:extLst>
              <a:ext uri="{FF2B5EF4-FFF2-40B4-BE49-F238E27FC236}">
                <a16:creationId xmlns:a16="http://schemas.microsoft.com/office/drawing/2014/main" id="{5F6EB83D-C2A5-4189-B12B-1320B6ADB9B8}"/>
              </a:ext>
            </a:extLst>
          </p:cNvPr>
          <p:cNvSpPr txBox="1">
            <a:spLocks/>
          </p:cNvSpPr>
          <p:nvPr/>
        </p:nvSpPr>
        <p:spPr>
          <a:xfrm>
            <a:off x="313983"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l"/>
            <a:endParaRPr lang="en-US" sz="662" dirty="0"/>
          </a:p>
        </p:txBody>
      </p:sp>
    </p:spTree>
    <p:extLst>
      <p:ext uri="{BB962C8B-B14F-4D97-AF65-F5344CB8AC3E}">
        <p14:creationId xmlns:p14="http://schemas.microsoft.com/office/powerpoint/2010/main" val="1901110129"/>
      </p:ext>
    </p:extLst>
  </p:cSld>
  <p:clrMapOvr>
    <a:masterClrMapping/>
  </p:clrMapOvr>
  <p:transition>
    <p:fade/>
  </p:transition>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Photo layout with 4 rows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8516034" cy="546336"/>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092674"/>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050620"/>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313983" y="3008568"/>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313983" y="3966516"/>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2" name="Rectangle 1">
            <a:extLst>
              <a:ext uri="{FF2B5EF4-FFF2-40B4-BE49-F238E27FC236}">
                <a16:creationId xmlns:a16="http://schemas.microsoft.com/office/drawing/2014/main" id="{680D905E-E7A9-44EC-830B-323C290AAA27}"/>
              </a:ext>
              <a:ext uri="{C183D7F6-B498-43B3-948B-1728B52AA6E4}">
                <adec:decorative xmlns:adec="http://schemas.microsoft.com/office/drawing/2017/decorative" val="1"/>
              </a:ext>
            </a:extLst>
          </p:cNvPr>
          <p:cNvSpPr/>
          <p:nvPr/>
        </p:nvSpPr>
        <p:spPr bwMode="auto">
          <a:xfrm>
            <a:off x="4672381" y="1092672"/>
            <a:ext cx="4157636" cy="3720458"/>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762260" y="1173098"/>
            <a:ext cx="3977884" cy="3559607"/>
          </a:xfrm>
          <a:prstGeom prst="rect">
            <a:avLst/>
          </a:prstGeom>
          <a:blipFill dpi="0" rotWithShape="1">
            <a:blip r:embed="rId2"/>
            <a:srcRect/>
            <a:stretch>
              <a:fillRect/>
            </a:stretch>
          </a:blipFill>
          <a:ln w="19050">
            <a:noFill/>
          </a:ln>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cxnSp>
        <p:nvCxnSpPr>
          <p:cNvPr id="9" name="Straight Connector 8">
            <a:extLst>
              <a:ext uri="{FF2B5EF4-FFF2-40B4-BE49-F238E27FC236}">
                <a16:creationId xmlns:a16="http://schemas.microsoft.com/office/drawing/2014/main" id="{5E2F051F-FAD1-40B7-AD8D-86ACA838D32B}"/>
              </a:ext>
              <a:ext uri="{C183D7F6-B498-43B3-948B-1728B52AA6E4}">
                <adec:decorative xmlns:adec="http://schemas.microsoft.com/office/drawing/2017/decorative" val="1"/>
              </a:ext>
            </a:extLst>
          </p:cNvPr>
          <p:cNvCxnSpPr>
            <a:cxnSpLocks/>
          </p:cNvCxnSpPr>
          <p:nvPr/>
        </p:nvCxnSpPr>
        <p:spPr>
          <a:xfrm>
            <a:off x="313983" y="1995036"/>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8966B79-BC7C-4DB8-80D4-01380DB97330}"/>
              </a:ext>
              <a:ext uri="{C183D7F6-B498-43B3-948B-1728B52AA6E4}">
                <adec:decorative xmlns:adec="http://schemas.microsoft.com/office/drawing/2017/decorative" val="1"/>
              </a:ext>
            </a:extLst>
          </p:cNvPr>
          <p:cNvCxnSpPr>
            <a:cxnSpLocks/>
          </p:cNvCxnSpPr>
          <p:nvPr/>
        </p:nvCxnSpPr>
        <p:spPr>
          <a:xfrm>
            <a:off x="313983" y="2952848"/>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69D048A-1B0B-4837-8CE2-BD16F3AE2B1C}"/>
              </a:ext>
              <a:ext uri="{C183D7F6-B498-43B3-948B-1728B52AA6E4}">
                <adec:decorative xmlns:adec="http://schemas.microsoft.com/office/drawing/2017/decorative" val="1"/>
              </a:ext>
            </a:extLst>
          </p:cNvPr>
          <p:cNvCxnSpPr>
            <a:cxnSpLocks/>
          </p:cNvCxnSpPr>
          <p:nvPr/>
        </p:nvCxnSpPr>
        <p:spPr>
          <a:xfrm>
            <a:off x="313983" y="3910660"/>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 name="Footer Placeholder 1">
            <a:extLst>
              <a:ext uri="{FF2B5EF4-FFF2-40B4-BE49-F238E27FC236}">
                <a16:creationId xmlns:a16="http://schemas.microsoft.com/office/drawing/2014/main" id="{B394CE8A-C8F7-40DD-84CF-FE592D7BC2D8}"/>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446841015"/>
      </p:ext>
    </p:extLst>
  </p:cSld>
  <p:clrMapOvr>
    <a:masterClrMapping/>
  </p:clrMapOvr>
  <p:transition>
    <p:fade/>
  </p:transition>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Photo layout with gray filled text box">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2" y="330371"/>
            <a:ext cx="8516036" cy="546336"/>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092674"/>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050620"/>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313983" y="3008568"/>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313983" y="3966516"/>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p:nvSpPr>
        <p:spPr bwMode="auto">
          <a:xfrm>
            <a:off x="4672381" y="1092672"/>
            <a:ext cx="4157636" cy="3720458"/>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762260" y="1173098"/>
            <a:ext cx="3977884" cy="3559607"/>
          </a:xfrm>
          <a:prstGeom prst="rect">
            <a:avLst/>
          </a:prstGeom>
          <a:blipFill dpi="0" rotWithShape="1">
            <a:blip r:embed="rId2"/>
            <a:srcRect/>
            <a:stretch>
              <a:fillRect/>
            </a:stretch>
          </a:blipFill>
          <a:ln w="19050">
            <a:noFill/>
          </a:ln>
        </p:spPr>
        <p:txBody>
          <a:bodyPr tIns="9144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2" name="Footer Placeholder 1">
            <a:extLst>
              <a:ext uri="{FF2B5EF4-FFF2-40B4-BE49-F238E27FC236}">
                <a16:creationId xmlns:a16="http://schemas.microsoft.com/office/drawing/2014/main" id="{BDD9959D-3459-4484-BDE0-9F4EABE5443B}"/>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667991765"/>
      </p:ext>
    </p:extLst>
  </p:cSld>
  <p:clrMapOvr>
    <a:masterClrMapping/>
  </p:clrMapOvr>
  <p:transition>
    <p:fade/>
  </p:transition>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Demo slide with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9E5E14-01F2-4F10-A177-A81144B86D44}"/>
              </a:ext>
            </a:extLst>
          </p:cNvPr>
          <p:cNvSpPr>
            <a:spLocks noGrp="1"/>
          </p:cNvSpPr>
          <p:nvPr>
            <p:ph type="title"/>
          </p:nvPr>
        </p:nvSpPr>
        <p:spPr>
          <a:xfrm>
            <a:off x="313982" y="330371"/>
            <a:ext cx="8505951" cy="546336"/>
          </a:xfrm>
        </p:spPr>
        <p:txBody>
          <a:bodyPr/>
          <a:lstStyle/>
          <a:p>
            <a:r>
              <a:rPr lang="en-US"/>
              <a:t>Click to edit Master title style</a:t>
            </a:r>
          </a:p>
        </p:txBody>
      </p:sp>
      <p:sp>
        <p:nvSpPr>
          <p:cNvPr id="4" name="Text Placeholder 3"/>
          <p:cNvSpPr>
            <a:spLocks noGrp="1"/>
          </p:cNvSpPr>
          <p:nvPr>
            <p:ph type="body" sz="quarter" idx="10" hasCustomPrompt="1"/>
          </p:nvPr>
        </p:nvSpPr>
        <p:spPr>
          <a:xfrm>
            <a:off x="313984" y="1092674"/>
            <a:ext cx="4056089" cy="436017"/>
          </a:xfrm>
          <a:prstGeom prst="rect">
            <a:avLst/>
          </a:prstGeom>
        </p:spPr>
        <p:txBody>
          <a:bodyPr wrap="square" lIns="0" tIns="0" rIns="0" bIns="0">
            <a:spAutoFit/>
          </a:bodyPr>
          <a:lstStyle>
            <a:lvl1pPr marL="0" indent="0">
              <a:lnSpc>
                <a:spcPts val="1730"/>
              </a:lnSpc>
              <a:buNone/>
              <a:defRPr sz="1765" b="0" i="0" spc="0">
                <a:solidFill>
                  <a:schemeClr val="tx1"/>
                </a:solidFill>
                <a:latin typeface="+mj-lt"/>
              </a:defRPr>
            </a:lvl1pPr>
            <a:lvl2pPr marL="164801" indent="0">
              <a:buNone/>
              <a:defRPr/>
            </a:lvl2pPr>
            <a:lvl3pPr marL="329601" indent="0">
              <a:buNone/>
              <a:defRPr/>
            </a:lvl3pPr>
            <a:lvl4pPr marL="494402" indent="0">
              <a:buNone/>
              <a:defRPr/>
            </a:lvl4pPr>
            <a:lvl5pPr marL="659202" indent="0">
              <a:buNone/>
              <a:defRPr/>
            </a:lvl5pPr>
          </a:lstStyle>
          <a:p>
            <a:pPr lvl="0"/>
            <a:r>
              <a:rPr lang="pt-BR" err="1"/>
              <a:t>Large</a:t>
            </a:r>
            <a:r>
              <a:rPr lang="pt-BR"/>
              <a:t> </a:t>
            </a:r>
            <a:r>
              <a:rPr lang="pt-BR" err="1"/>
              <a:t>subhead</a:t>
            </a:r>
            <a:r>
              <a:rPr lang="pt-BR"/>
              <a:t> Segoe UI </a:t>
            </a:r>
            <a:r>
              <a:rPr lang="pt-BR" err="1"/>
              <a:t>Semibold</a:t>
            </a:r>
            <a:r>
              <a:rPr lang="pt-BR"/>
              <a:t> Regular 20/24</a:t>
            </a:r>
            <a:endParaRPr lang="en-US"/>
          </a:p>
        </p:txBody>
      </p:sp>
      <p:sp>
        <p:nvSpPr>
          <p:cNvPr id="5" name="Text Placeholder 4"/>
          <p:cNvSpPr>
            <a:spLocks noGrp="1"/>
          </p:cNvSpPr>
          <p:nvPr>
            <p:ph type="body" sz="quarter" idx="11" hasCustomPrompt="1"/>
          </p:nvPr>
        </p:nvSpPr>
        <p:spPr>
          <a:xfrm>
            <a:off x="313982" y="1619165"/>
            <a:ext cx="4056089" cy="1754326"/>
          </a:xfrm>
          <a:prstGeom prst="rect">
            <a:avLst/>
          </a:prstGeom>
        </p:spPr>
        <p:txBody>
          <a:bodyPr lIns="0" tIns="45720" rIns="0" bIns="45720"/>
          <a:lstStyle>
            <a:lvl1pPr marL="0" indent="0">
              <a:lnSpc>
                <a:spcPct val="100000"/>
              </a:lnSpc>
              <a:spcBef>
                <a:spcPts val="0"/>
              </a:spcBef>
              <a:spcAft>
                <a:spcPts val="882"/>
              </a:spcAft>
              <a:buFont typeface="Arial" panose="020B0604020202020204" pitchFamily="34" charset="0"/>
              <a:buNone/>
              <a:defRPr sz="1030"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p:txBody>
      </p:sp>
      <p:pic>
        <p:nvPicPr>
          <p:cNvPr id="11" name="Picture 10" descr="Tablet image">
            <a:extLst>
              <a:ext uri="{FF2B5EF4-FFF2-40B4-BE49-F238E27FC236}">
                <a16:creationId xmlns:a16="http://schemas.microsoft.com/office/drawing/2014/main" id="{C4B95F29-56C3-4C85-A12B-0B0BE769E70B}"/>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b="2610"/>
          <a:stretch/>
        </p:blipFill>
        <p:spPr>
          <a:xfrm>
            <a:off x="3333582" y="111079"/>
            <a:ext cx="5810420" cy="4703810"/>
          </a:xfrm>
          <a:prstGeom prst="rect">
            <a:avLst/>
          </a:prstGeom>
        </p:spPr>
      </p:pic>
      <p:sp>
        <p:nvSpPr>
          <p:cNvPr id="12" name="Picture Placeholder 11">
            <a:extLst>
              <a:ext uri="{FF2B5EF4-FFF2-40B4-BE49-F238E27FC236}">
                <a16:creationId xmlns:a16="http://schemas.microsoft.com/office/drawing/2014/main" id="{934476FE-7091-4DE7-A55E-3EF5A6569A7D}"/>
              </a:ext>
            </a:extLst>
          </p:cNvPr>
          <p:cNvSpPr>
            <a:spLocks noGrp="1"/>
          </p:cNvSpPr>
          <p:nvPr>
            <p:ph type="pic" sz="quarter" idx="12" hasCustomPrompt="1"/>
          </p:nvPr>
        </p:nvSpPr>
        <p:spPr>
          <a:xfrm>
            <a:off x="4768470" y="960460"/>
            <a:ext cx="4375531" cy="3239495"/>
          </a:xfrm>
          <a:prstGeom prst="rect">
            <a:avLst/>
          </a:prstGeom>
        </p:spPr>
        <p:txBody>
          <a:bodyPr anchor="ctr" anchorCtr="0">
            <a:noAutofit/>
          </a:bodyPr>
          <a:lstStyle>
            <a:lvl1pPr algn="ctr">
              <a:defRPr sz="2595">
                <a:solidFill>
                  <a:srgbClr val="000000"/>
                </a:solidFill>
              </a:defRPr>
            </a:lvl1pPr>
          </a:lstStyle>
          <a:p>
            <a:r>
              <a:rPr lang="en-US" dirty="0"/>
              <a:t>DEMO</a:t>
            </a:r>
          </a:p>
        </p:txBody>
      </p:sp>
      <p:sp>
        <p:nvSpPr>
          <p:cNvPr id="2" name="Footer Placeholder 1">
            <a:extLst>
              <a:ext uri="{FF2B5EF4-FFF2-40B4-BE49-F238E27FC236}">
                <a16:creationId xmlns:a16="http://schemas.microsoft.com/office/drawing/2014/main" id="{8A22579A-F1B5-42C9-964C-C03AC4869056}"/>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191538842"/>
      </p:ext>
    </p:extLst>
  </p:cSld>
  <p:clrMapOvr>
    <a:masterClrMapping/>
  </p:clrMapOvr>
  <p:transition>
    <p:fade/>
  </p:transition>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Demo sli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A9A2FC6-09D2-4CBB-A8B4-445680BD8200}"/>
              </a:ext>
            </a:extLst>
          </p:cNvPr>
          <p:cNvSpPr>
            <a:spLocks noGrp="1"/>
          </p:cNvSpPr>
          <p:nvPr>
            <p:ph type="title" hasCustomPrompt="1"/>
          </p:nvPr>
        </p:nvSpPr>
        <p:spPr/>
        <p:txBody>
          <a:bodyPr/>
          <a:lstStyle>
            <a:lvl1pPr>
              <a:defRPr/>
            </a:lvl1pPr>
          </a:lstStyle>
          <a:p>
            <a:r>
              <a:rPr lang="en-US"/>
              <a:t>Demo </a:t>
            </a:r>
          </a:p>
        </p:txBody>
      </p:sp>
      <p:pic>
        <p:nvPicPr>
          <p:cNvPr id="10" name="Picture 9" descr="Tablet image">
            <a:extLst>
              <a:ext uri="{FF2B5EF4-FFF2-40B4-BE49-F238E27FC236}">
                <a16:creationId xmlns:a16="http://schemas.microsoft.com/office/drawing/2014/main" id="{73CDB1EA-72FB-46B3-89D4-DEE1F2EF724A}"/>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b="1563"/>
          <a:stretch/>
        </p:blipFill>
        <p:spPr>
          <a:xfrm>
            <a:off x="250835" y="439923"/>
            <a:ext cx="8152448" cy="4703577"/>
          </a:xfrm>
          <a:prstGeom prst="rect">
            <a:avLst/>
          </a:prstGeom>
        </p:spPr>
      </p:pic>
      <p:sp>
        <p:nvSpPr>
          <p:cNvPr id="8" name="Picture Placeholder 11">
            <a:extLst>
              <a:ext uri="{FF2B5EF4-FFF2-40B4-BE49-F238E27FC236}">
                <a16:creationId xmlns:a16="http://schemas.microsoft.com/office/drawing/2014/main" id="{0473E679-3B6D-497A-A0F6-454C968B7607}"/>
              </a:ext>
            </a:extLst>
          </p:cNvPr>
          <p:cNvSpPr>
            <a:spLocks noGrp="1"/>
          </p:cNvSpPr>
          <p:nvPr>
            <p:ph type="pic" sz="quarter" idx="12" hasCustomPrompt="1"/>
          </p:nvPr>
        </p:nvSpPr>
        <p:spPr>
          <a:xfrm>
            <a:off x="1699472" y="1277120"/>
            <a:ext cx="5745057" cy="3233658"/>
          </a:xfrm>
          <a:prstGeom prst="rect">
            <a:avLst/>
          </a:prstGeom>
        </p:spPr>
        <p:txBody>
          <a:bodyPr anchor="ctr" anchorCtr="0">
            <a:noAutofit/>
          </a:bodyPr>
          <a:lstStyle>
            <a:lvl1pPr algn="ctr">
              <a:defRPr sz="2595">
                <a:solidFill>
                  <a:srgbClr val="000000"/>
                </a:solidFill>
              </a:defRPr>
            </a:lvl1pPr>
          </a:lstStyle>
          <a:p>
            <a:r>
              <a:rPr lang="en-US" dirty="0"/>
              <a:t>DEMO</a:t>
            </a:r>
          </a:p>
        </p:txBody>
      </p:sp>
      <p:sp>
        <p:nvSpPr>
          <p:cNvPr id="2" name="Footer Placeholder 1">
            <a:extLst>
              <a:ext uri="{FF2B5EF4-FFF2-40B4-BE49-F238E27FC236}">
                <a16:creationId xmlns:a16="http://schemas.microsoft.com/office/drawing/2014/main" id="{E84FE4C0-97E2-47A0-A924-D46358B22C16}"/>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4015392833"/>
      </p:ext>
    </p:extLst>
  </p:cSld>
  <p:clrMapOvr>
    <a:masterClrMapping/>
  </p:clrMapOvr>
  <p:transition>
    <p:fade/>
  </p:transition>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hart layout">
    <p:spTree>
      <p:nvGrpSpPr>
        <p:cNvPr id="1" name=""/>
        <p:cNvGrpSpPr/>
        <p:nvPr/>
      </p:nvGrpSpPr>
      <p:grpSpPr>
        <a:xfrm>
          <a:off x="0" y="0"/>
          <a:ext cx="0" cy="0"/>
          <a:chOff x="0" y="0"/>
          <a:chExt cx="0" cy="0"/>
        </a:xfrm>
      </p:grpSpPr>
      <p:sp>
        <p:nvSpPr>
          <p:cNvPr id="7" name="Chart Placeholder 6"/>
          <p:cNvSpPr>
            <a:spLocks noGrp="1"/>
          </p:cNvSpPr>
          <p:nvPr>
            <p:ph type="chart" sz="quarter" idx="21"/>
          </p:nvPr>
        </p:nvSpPr>
        <p:spPr>
          <a:xfrm>
            <a:off x="341998" y="1463085"/>
            <a:ext cx="2713783" cy="2651133"/>
          </a:xfrm>
          <a:prstGeom prst="rect">
            <a:avLst/>
          </a:prstGeom>
        </p:spPr>
        <p:txBody>
          <a:bodyPr anchor="ctr">
            <a:noAutofit/>
          </a:bodyPr>
          <a:lstStyle>
            <a:lvl1pPr marL="0" indent="0" algn="ctr">
              <a:buNone/>
              <a:defRPr sz="1730">
                <a:solidFill>
                  <a:srgbClr val="000000"/>
                </a:solidFill>
              </a:defRPr>
            </a:lvl1pPr>
          </a:lstStyle>
          <a:p>
            <a:r>
              <a:rPr lang="en-US"/>
              <a:t>Click icon to add chart</a:t>
            </a:r>
            <a:endParaRPr lang="en-US" dirty="0"/>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341993" y="4252786"/>
            <a:ext cx="2721959" cy="228076"/>
          </a:xfrm>
          <a:prstGeom prst="rect">
            <a:avLst/>
          </a:prstGeom>
        </p:spPr>
        <p:txBody>
          <a:bodyPr tIns="0"/>
          <a:lstStyle>
            <a:lvl1pPr>
              <a:lnSpc>
                <a:spcPct val="100000"/>
              </a:lnSpc>
              <a:defRPr lang="en-US" sz="882" b="1" kern="1200" spc="0" dirty="0" smtClean="0">
                <a:solidFill>
                  <a:srgbClr val="000000"/>
                </a:solidFill>
                <a:latin typeface="+mn-lt"/>
                <a:ea typeface="+mn-ea"/>
                <a:cs typeface="+mn-cs"/>
              </a:defRPr>
            </a:lvl1pPr>
          </a:lstStyle>
          <a:p>
            <a:pPr lvl="0"/>
            <a:r>
              <a:rPr lang="en-US"/>
              <a:t>Caption title Segoe bold 10/12. </a:t>
            </a:r>
          </a:p>
        </p:txBody>
      </p:sp>
      <p:sp>
        <p:nvSpPr>
          <p:cNvPr id="9" name="Text Placeholder 4"/>
          <p:cNvSpPr>
            <a:spLocks noGrp="1"/>
          </p:cNvSpPr>
          <p:nvPr>
            <p:ph type="body" sz="quarter" idx="12" hasCustomPrompt="1"/>
          </p:nvPr>
        </p:nvSpPr>
        <p:spPr>
          <a:xfrm>
            <a:off x="341995" y="4460535"/>
            <a:ext cx="2713786" cy="230833"/>
          </a:xfrm>
          <a:prstGeom prst="rect">
            <a:avLst/>
          </a:prstGeom>
        </p:spPr>
        <p:txBody>
          <a:bodyPr lIns="0" tIns="0" rIns="0" bIns="0"/>
          <a:lstStyle>
            <a:lvl1pPr marL="0" indent="0">
              <a:lnSpc>
                <a:spcPct val="100000"/>
              </a:lnSpc>
              <a:spcBef>
                <a:spcPts val="649"/>
              </a:spcBef>
              <a:buFont typeface="Arial" panose="020B0604020202020204" pitchFamily="34" charset="0"/>
              <a:buNone/>
              <a:defRPr sz="735"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10/12. The quick brown fox jumps over the lazy dog.</a:t>
            </a:r>
          </a:p>
        </p:txBody>
      </p:sp>
      <p:sp>
        <p:nvSpPr>
          <p:cNvPr id="20" name="Chart Placeholder 6"/>
          <p:cNvSpPr>
            <a:spLocks noGrp="1"/>
          </p:cNvSpPr>
          <p:nvPr>
            <p:ph type="chart" sz="quarter" idx="22"/>
          </p:nvPr>
        </p:nvSpPr>
        <p:spPr>
          <a:xfrm>
            <a:off x="3227365" y="1463085"/>
            <a:ext cx="2705615" cy="2651133"/>
          </a:xfrm>
          <a:prstGeom prst="rect">
            <a:avLst/>
          </a:prstGeom>
        </p:spPr>
        <p:txBody>
          <a:bodyPr anchor="ctr">
            <a:noAutofit/>
          </a:bodyPr>
          <a:lstStyle>
            <a:lvl1pPr marL="0" indent="0" algn="ctr">
              <a:buNone/>
              <a:defRPr sz="1730">
                <a:solidFill>
                  <a:srgbClr val="000000"/>
                </a:solidFill>
              </a:defRPr>
            </a:lvl1pPr>
          </a:lstStyle>
          <a:p>
            <a:r>
              <a:rPr lang="en-US"/>
              <a:t>Click icon to add chart</a:t>
            </a:r>
            <a:endParaRPr lang="en-US" dirty="0"/>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3235533" y="4252786"/>
            <a:ext cx="2721959" cy="228076"/>
          </a:xfrm>
          <a:prstGeom prst="rect">
            <a:avLst/>
          </a:prstGeom>
        </p:spPr>
        <p:txBody>
          <a:bodyPr tIns="0"/>
          <a:lstStyle>
            <a:lvl1pPr>
              <a:lnSpc>
                <a:spcPct val="100000"/>
              </a:lnSpc>
              <a:defRPr lang="en-US" sz="882" b="1" kern="1200" spc="0" dirty="0" smtClean="0">
                <a:solidFill>
                  <a:srgbClr val="000000"/>
                </a:solidFill>
                <a:latin typeface="+mn-lt"/>
                <a:ea typeface="+mn-ea"/>
                <a:cs typeface="+mn-cs"/>
              </a:defRPr>
            </a:lvl1pPr>
          </a:lstStyle>
          <a:p>
            <a:pPr lvl="0"/>
            <a:r>
              <a:rPr lang="en-US"/>
              <a:t>Caption title Segoe bold 10/12. </a:t>
            </a:r>
          </a:p>
        </p:txBody>
      </p:sp>
      <p:sp>
        <p:nvSpPr>
          <p:cNvPr id="17" name="Text Placeholder 4"/>
          <p:cNvSpPr>
            <a:spLocks noGrp="1"/>
          </p:cNvSpPr>
          <p:nvPr>
            <p:ph type="body" sz="quarter" idx="18" hasCustomPrompt="1"/>
          </p:nvPr>
        </p:nvSpPr>
        <p:spPr>
          <a:xfrm>
            <a:off x="3227365" y="4460535"/>
            <a:ext cx="2705615" cy="230833"/>
          </a:xfrm>
          <a:prstGeom prst="rect">
            <a:avLst/>
          </a:prstGeom>
        </p:spPr>
        <p:txBody>
          <a:bodyPr vert="horz" wrap="square" lIns="0" tIns="0" rIns="0" bIns="0" rtlCol="0">
            <a:spAutoFit/>
          </a:bodyPr>
          <a:lstStyle>
            <a:lvl1pPr>
              <a:lnSpc>
                <a:spcPct val="100000"/>
              </a:lnSpc>
              <a:tabLst/>
              <a:defRPr lang="en-US" sz="735" b="0" i="0" spc="0" dirty="0" smtClean="0">
                <a:solidFill>
                  <a:srgbClr val="000000"/>
                </a:solidFill>
                <a:latin typeface="+mn-lt"/>
              </a:defRPr>
            </a:lvl1pPr>
          </a:lstStyle>
          <a:p>
            <a:pPr lvl="0"/>
            <a:r>
              <a:rPr lang="en-US"/>
              <a:t>Caption body copy Segoe UI Regular 10/12. The quick brown fox jumps over the lazy dog.</a:t>
            </a:r>
          </a:p>
        </p:txBody>
      </p:sp>
      <p:sp>
        <p:nvSpPr>
          <p:cNvPr id="21" name="Chart Placeholder 6"/>
          <p:cNvSpPr>
            <a:spLocks noGrp="1"/>
          </p:cNvSpPr>
          <p:nvPr>
            <p:ph type="chart" sz="quarter" idx="23"/>
          </p:nvPr>
        </p:nvSpPr>
        <p:spPr>
          <a:xfrm>
            <a:off x="6104560" y="1463085"/>
            <a:ext cx="2717288" cy="2651133"/>
          </a:xfrm>
          <a:prstGeom prst="rect">
            <a:avLst/>
          </a:prstGeom>
        </p:spPr>
        <p:txBody>
          <a:bodyPr anchor="ctr">
            <a:noAutofit/>
          </a:bodyPr>
          <a:lstStyle>
            <a:lvl1pPr marL="0" indent="0" algn="ctr">
              <a:buNone/>
              <a:defRPr sz="1730">
                <a:solidFill>
                  <a:srgbClr val="000000"/>
                </a:solidFill>
              </a:defRPr>
            </a:lvl1pPr>
          </a:lstStyle>
          <a:p>
            <a:r>
              <a:rPr lang="en-US"/>
              <a:t>Click icon to add chart</a:t>
            </a:r>
            <a:endParaRPr lang="en-US" dirty="0"/>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104561" y="4460535"/>
            <a:ext cx="2705615" cy="230833"/>
          </a:xfrm>
          <a:prstGeom prst="rect">
            <a:avLst/>
          </a:prstGeom>
        </p:spPr>
        <p:txBody>
          <a:bodyPr vert="horz" wrap="square" lIns="0" tIns="0" rIns="0" bIns="0" rtlCol="0">
            <a:spAutoFit/>
          </a:bodyPr>
          <a:lstStyle>
            <a:lvl1pPr>
              <a:lnSpc>
                <a:spcPct val="100000"/>
              </a:lnSpc>
              <a:tabLst/>
              <a:defRPr lang="en-US" sz="735" b="0" i="0" spc="0" dirty="0" smtClean="0">
                <a:solidFill>
                  <a:srgbClr val="000000"/>
                </a:solidFill>
                <a:latin typeface="+mn-lt"/>
              </a:defRPr>
            </a:lvl1pPr>
          </a:lstStyle>
          <a:p>
            <a:pPr lvl="0"/>
            <a:r>
              <a:rPr lang="en-US"/>
              <a:t>Caption body copy Segoe UI Regular 10/12.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104560" y="4252786"/>
            <a:ext cx="2721959" cy="228076"/>
          </a:xfrm>
          <a:prstGeom prst="rect">
            <a:avLst/>
          </a:prstGeom>
        </p:spPr>
        <p:txBody>
          <a:bodyPr tIns="0"/>
          <a:lstStyle>
            <a:lvl1pPr>
              <a:lnSpc>
                <a:spcPct val="100000"/>
              </a:lnSpc>
              <a:defRPr lang="en-US" sz="882" b="1" kern="1200" spc="0" dirty="0" smtClean="0">
                <a:solidFill>
                  <a:srgbClr val="000000"/>
                </a:solidFill>
                <a:latin typeface="+mn-lt"/>
                <a:ea typeface="+mn-ea"/>
                <a:cs typeface="+mn-cs"/>
              </a:defRPr>
            </a:lvl1pPr>
          </a:lstStyle>
          <a:p>
            <a:pPr lvl="0"/>
            <a:r>
              <a:rPr lang="en-US"/>
              <a:t>Caption title Segoe bold 10/12. </a:t>
            </a:r>
          </a:p>
        </p:txBody>
      </p:sp>
      <p:sp>
        <p:nvSpPr>
          <p:cNvPr id="3" name="Footer Placeholder 1">
            <a:extLst>
              <a:ext uri="{FF2B5EF4-FFF2-40B4-BE49-F238E27FC236}">
                <a16:creationId xmlns:a16="http://schemas.microsoft.com/office/drawing/2014/main" id="{FA5328AC-6A58-453B-9802-C4F04C292953}"/>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
        <p:nvSpPr>
          <p:cNvPr id="5" name="Title 4">
            <a:extLst>
              <a:ext uri="{FF2B5EF4-FFF2-40B4-BE49-F238E27FC236}">
                <a16:creationId xmlns:a16="http://schemas.microsoft.com/office/drawing/2014/main" id="{4C72913C-59D3-4340-A6C5-32B69C2989A0}"/>
              </a:ext>
            </a:extLst>
          </p:cNvPr>
          <p:cNvSpPr>
            <a:spLocks noGrp="1"/>
          </p:cNvSpPr>
          <p:nvPr>
            <p:ph type="title"/>
          </p:nvPr>
        </p:nvSpPr>
        <p:spPr/>
        <p:txBody>
          <a:bodyPr/>
          <a:lstStyle/>
          <a:p>
            <a:r>
              <a:rPr lang="en-US"/>
              <a:t>Click to edit Master title style</a:t>
            </a:r>
            <a:endParaRPr lang="fr-FR"/>
          </a:p>
        </p:txBody>
      </p:sp>
    </p:spTree>
    <p:extLst>
      <p:ext uri="{BB962C8B-B14F-4D97-AF65-F5344CB8AC3E}">
        <p14:creationId xmlns:p14="http://schemas.microsoft.com/office/powerpoint/2010/main" val="3636164019"/>
      </p:ext>
    </p:extLst>
  </p:cSld>
  <p:clrMapOvr>
    <a:masterClrMapping/>
  </p:clrMapOvr>
  <p:transition>
    <p:fade/>
  </p:transition>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abl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9320125-45A4-4C74-9D99-B161A1AC8C9F}"/>
              </a:ext>
            </a:extLst>
          </p:cNvPr>
          <p:cNvSpPr>
            <a:spLocks noGrp="1"/>
          </p:cNvSpPr>
          <p:nvPr>
            <p:ph type="title"/>
          </p:nvPr>
        </p:nvSpPr>
        <p:spPr/>
        <p:txBody>
          <a:bodyPr/>
          <a:lstStyle/>
          <a:p>
            <a:r>
              <a:rPr lang="en-US"/>
              <a:t>Click to edit Master title style</a:t>
            </a:r>
          </a:p>
        </p:txBody>
      </p:sp>
      <p:sp>
        <p:nvSpPr>
          <p:cNvPr id="4" name="Table Placeholder 3"/>
          <p:cNvSpPr>
            <a:spLocks noGrp="1"/>
          </p:cNvSpPr>
          <p:nvPr>
            <p:ph type="tbl" sz="quarter" idx="10"/>
          </p:nvPr>
        </p:nvSpPr>
        <p:spPr>
          <a:xfrm>
            <a:off x="313983" y="2724922"/>
            <a:ext cx="8507865" cy="456279"/>
          </a:xfrm>
          <a:prstGeom prst="rect">
            <a:avLst/>
          </a:prstGeom>
        </p:spPr>
        <p:txBody>
          <a:bodyPr anchor="ctr" anchorCtr="0"/>
          <a:lstStyle>
            <a:lvl1pPr algn="ctr">
              <a:defRPr sz="1765"/>
            </a:lvl1pPr>
          </a:lstStyle>
          <a:p>
            <a:r>
              <a:rPr lang="en-US"/>
              <a:t>Click icon to add table</a:t>
            </a:r>
            <a:endParaRPr lang="en-US" dirty="0"/>
          </a:p>
        </p:txBody>
      </p:sp>
      <p:sp>
        <p:nvSpPr>
          <p:cNvPr id="2" name="Footer Placeholder 1">
            <a:extLst>
              <a:ext uri="{FF2B5EF4-FFF2-40B4-BE49-F238E27FC236}">
                <a16:creationId xmlns:a16="http://schemas.microsoft.com/office/drawing/2014/main" id="{71E5784C-2CDD-4699-AC34-0D913D75C715}"/>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256054945"/>
      </p:ext>
    </p:extLst>
  </p:cSld>
  <p:clrMapOvr>
    <a:masterClrMapping/>
  </p:clrMapOvr>
  <p:transition>
    <p:fade/>
  </p:transition>
  <p:hf sldNum="0"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Lab exercise layout -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two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lvl="1"/>
            <a:r>
              <a:rPr lang="en-US"/>
              <a:t>Body copy Segoe UI </a:t>
            </a:r>
            <a:r>
              <a:rPr lang="en-US" err="1"/>
              <a:t>Semibold</a:t>
            </a:r>
            <a:r>
              <a:rPr lang="en-US"/>
              <a:t> 20/24. </a:t>
            </a:r>
          </a:p>
          <a:p>
            <a:pPr lvl="1"/>
            <a:r>
              <a:rPr lang="en-US"/>
              <a:t>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324068" y="2235543"/>
            <a:ext cx="8505951" cy="402882"/>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324068" y="2638425"/>
            <a:ext cx="4076826"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4753193" y="2638425"/>
            <a:ext cx="4076826"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2" name="Footer Placeholder 1">
            <a:extLst>
              <a:ext uri="{FF2B5EF4-FFF2-40B4-BE49-F238E27FC236}">
                <a16:creationId xmlns:a16="http://schemas.microsoft.com/office/drawing/2014/main" id="{6E88CC05-5984-4661-94A2-4BD7378D4A33}"/>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535592562"/>
      </p:ext>
    </p:extLst>
  </p:cSld>
  <p:clrMapOvr>
    <a:masterClrMapping/>
  </p:clrMapOvr>
  <p:transition>
    <p:fade/>
  </p:transition>
  <p:hf sldNum="0"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Lab exercise layout -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324068" y="1092672"/>
            <a:ext cx="8505951" cy="402882"/>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324068" y="1495554"/>
            <a:ext cx="2737768"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3208158" y="1495554"/>
            <a:ext cx="2737768"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6092251" y="1495554"/>
            <a:ext cx="2737768"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2" name="Footer Placeholder 1">
            <a:extLst>
              <a:ext uri="{FF2B5EF4-FFF2-40B4-BE49-F238E27FC236}">
                <a16:creationId xmlns:a16="http://schemas.microsoft.com/office/drawing/2014/main" id="{7A1D06E4-7443-4456-ADAE-C55531420538}"/>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15411873"/>
      </p:ext>
    </p:extLst>
  </p:cSld>
  <p:clrMapOvr>
    <a:masterClrMapping/>
  </p:clrMapOvr>
  <p:transition>
    <p:fade/>
  </p:transition>
  <p:hf sldNum="0"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Lab exercise layout - 3">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324068" y="1092672"/>
            <a:ext cx="8505951" cy="402882"/>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324068" y="14955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3208158" y="14955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6092251" y="14955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9" name="Text Placeholder 3">
            <a:extLst>
              <a:ext uri="{FF2B5EF4-FFF2-40B4-BE49-F238E27FC236}">
                <a16:creationId xmlns:a16="http://schemas.microsoft.com/office/drawing/2014/main" id="{E6D80433-266B-4248-A258-DDF54D650DFC}"/>
              </a:ext>
            </a:extLst>
          </p:cNvPr>
          <p:cNvSpPr>
            <a:spLocks noGrp="1"/>
          </p:cNvSpPr>
          <p:nvPr>
            <p:ph type="body" sz="quarter" idx="19"/>
          </p:nvPr>
        </p:nvSpPr>
        <p:spPr>
          <a:xfrm>
            <a:off x="324068" y="29433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1CFB4F84-2AE0-40B1-A3E4-5505E85C8B2E}"/>
              </a:ext>
            </a:extLst>
          </p:cNvPr>
          <p:cNvSpPr>
            <a:spLocks noGrp="1"/>
          </p:cNvSpPr>
          <p:nvPr>
            <p:ph type="body" sz="quarter" idx="20"/>
          </p:nvPr>
        </p:nvSpPr>
        <p:spPr>
          <a:xfrm>
            <a:off x="3208158" y="29433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11" name="Text Placeholder 3">
            <a:extLst>
              <a:ext uri="{FF2B5EF4-FFF2-40B4-BE49-F238E27FC236}">
                <a16:creationId xmlns:a16="http://schemas.microsoft.com/office/drawing/2014/main" id="{E6BF108F-CD54-497C-81CA-E67ED2BA7279}"/>
              </a:ext>
            </a:extLst>
          </p:cNvPr>
          <p:cNvSpPr>
            <a:spLocks noGrp="1"/>
          </p:cNvSpPr>
          <p:nvPr>
            <p:ph type="body" sz="quarter" idx="21"/>
          </p:nvPr>
        </p:nvSpPr>
        <p:spPr>
          <a:xfrm>
            <a:off x="6092251" y="29433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2" name="Footer Placeholder 1">
            <a:extLst>
              <a:ext uri="{FF2B5EF4-FFF2-40B4-BE49-F238E27FC236}">
                <a16:creationId xmlns:a16="http://schemas.microsoft.com/office/drawing/2014/main" id="{B097EA0F-56BD-4B59-86D1-C17851D8F2FF}"/>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790509226"/>
      </p:ext>
    </p:extLst>
  </p:cSld>
  <p:clrMapOvr>
    <a:masterClrMapping/>
  </p:clrMapOvr>
  <p:transition>
    <p:fade/>
  </p:transition>
  <p:hf sldNum="0"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ext option_2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p:nvCxnSpPr>
        <p:spPr>
          <a:xfrm>
            <a:off x="1176558" y="2000315"/>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2235543"/>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3F2E7435-DA42-4296-B846-4E91740D178D}"/>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439644239"/>
      </p:ext>
    </p:extLst>
  </p:cSld>
  <p:clrMapOvr>
    <a:masterClrMapping/>
  </p:clrMapOvr>
  <p:transition>
    <p:fade/>
  </p:transition>
  <p:hf sldNum="0"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ext option_3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p:nvCxnSpPr>
        <p:spPr>
          <a:xfrm>
            <a:off x="1176558" y="1837731"/>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910167"/>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3359E8F-F4BC-46D9-A456-1AEF499C6D31}"/>
              </a:ext>
              <a:ext uri="{C183D7F6-B498-43B3-948B-1728B52AA6E4}">
                <adec:decorative xmlns:adec="http://schemas.microsoft.com/office/drawing/2017/decorative" val="1"/>
              </a:ext>
            </a:extLst>
          </p:cNvPr>
          <p:cNvCxnSpPr>
            <a:cxnSpLocks/>
          </p:cNvCxnSpPr>
          <p:nvPr/>
        </p:nvCxnSpPr>
        <p:spPr>
          <a:xfrm>
            <a:off x="1176558" y="2655109"/>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2727662"/>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7A2B48ED-C92C-41E9-BE87-4EFFC1455674}"/>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367539995"/>
      </p:ext>
    </p:extLst>
  </p:cSld>
  <p:clrMapOvr>
    <a:masterClrMapping/>
  </p:clrMapOvr>
  <p:transition>
    <p:fade/>
  </p:transition>
  <p:hf sldNum="0"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ext option_4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p:nvCxnSpPr>
        <p:spPr>
          <a:xfrm>
            <a:off x="1176558" y="1869630"/>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910167"/>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6" name="Text Placeholder 4"/>
          <p:cNvSpPr>
            <a:spLocks noGrp="1"/>
          </p:cNvSpPr>
          <p:nvPr>
            <p:ph type="body" sz="quarter" idx="17" hasCustomPrompt="1"/>
          </p:nvPr>
        </p:nvSpPr>
        <p:spPr>
          <a:xfrm>
            <a:off x="1176558" y="2727662"/>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8" name="Text Placeholder 4"/>
          <p:cNvSpPr>
            <a:spLocks noGrp="1"/>
          </p:cNvSpPr>
          <p:nvPr>
            <p:ph type="body" sz="quarter" idx="19" hasCustomPrompt="1"/>
          </p:nvPr>
        </p:nvSpPr>
        <p:spPr>
          <a:xfrm>
            <a:off x="1176558" y="3545156"/>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84CDC89F-49F0-4D24-9E6F-B7B972EB3B8F}"/>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353385214"/>
      </p:ext>
    </p:extLst>
  </p:cSld>
  <p:clrMapOvr>
    <a:masterClrMapping/>
  </p:clrMapOvr>
  <p:transition>
    <p:fade/>
  </p:transition>
  <p:hf sldNum="0"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ext option_5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8C7A5BA-6D5F-4F89-8133-5E7B5AFA5388}"/>
              </a:ext>
              <a:ext uri="{C183D7F6-B498-43B3-948B-1728B52AA6E4}">
                <adec:decorative xmlns:adec="http://schemas.microsoft.com/office/drawing/2017/decorative" val="1"/>
              </a:ext>
            </a:extLst>
          </p:cNvPr>
          <p:cNvCxnSpPr>
            <a:cxnSpLocks/>
          </p:cNvCxnSpPr>
          <p:nvPr/>
        </p:nvCxnSpPr>
        <p:spPr>
          <a:xfrm>
            <a:off x="1176558" y="1809718"/>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85413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CBD0695E-5B97-44BE-B0A8-F9214D354151}"/>
              </a:ext>
              <a:ext uri="{C183D7F6-B498-43B3-948B-1728B52AA6E4}">
                <adec:decorative xmlns:adec="http://schemas.microsoft.com/office/drawing/2017/decorative" val="1"/>
              </a:ext>
            </a:extLst>
          </p:cNvPr>
          <p:cNvCxnSpPr>
            <a:cxnSpLocks/>
          </p:cNvCxnSpPr>
          <p:nvPr/>
        </p:nvCxnSpPr>
        <p:spPr>
          <a:xfrm>
            <a:off x="1176558" y="2571069"/>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2615593"/>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D602F602-8AD2-44FB-96AC-197B0B03616F}"/>
              </a:ext>
              <a:ext uri="{C183D7F6-B498-43B3-948B-1728B52AA6E4}">
                <adec:decorative xmlns:adec="http://schemas.microsoft.com/office/drawing/2017/decorative" val="1"/>
              </a:ext>
            </a:extLst>
          </p:cNvPr>
          <p:cNvCxnSpPr>
            <a:cxnSpLocks/>
          </p:cNvCxnSpPr>
          <p:nvPr/>
        </p:nvCxnSpPr>
        <p:spPr>
          <a:xfrm>
            <a:off x="1176558" y="3332422"/>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176558" y="3377053"/>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p:nvCxnSpPr>
        <p:spPr>
          <a:xfrm>
            <a:off x="1176558" y="4093775"/>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176558" y="4138512"/>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4ED2AB97-27A5-4C49-966A-5D75D13B8CC2}"/>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985280321"/>
      </p:ext>
    </p:extLst>
  </p:cSld>
  <p:clrMapOvr>
    <a:masterClrMapping/>
  </p:clrMapOvr>
  <p:transition>
    <p:fade/>
  </p:transition>
  <p:hf sldNum="0"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ext option_6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six rows</a:t>
            </a:r>
          </a:p>
        </p:txBody>
      </p:sp>
      <p:sp>
        <p:nvSpPr>
          <p:cNvPr id="5" name="Text Placeholder 4"/>
          <p:cNvSpPr>
            <a:spLocks noGrp="1"/>
          </p:cNvSpPr>
          <p:nvPr>
            <p:ph type="body" sz="quarter" idx="11" hasCustomPrompt="1"/>
          </p:nvPr>
        </p:nvSpPr>
        <p:spPr>
          <a:xfrm>
            <a:off x="1042096" y="1092672"/>
            <a:ext cx="7787924" cy="546336"/>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91176662-41A1-45F5-9F2A-CB3D5785A657}"/>
              </a:ext>
              <a:ext uri="{C183D7F6-B498-43B3-948B-1728B52AA6E4}">
                <adec:decorative xmlns:adec="http://schemas.microsoft.com/office/drawing/2017/decorative" val="1"/>
              </a:ext>
            </a:extLst>
          </p:cNvPr>
          <p:cNvCxnSpPr>
            <a:cxnSpLocks/>
          </p:cNvCxnSpPr>
          <p:nvPr/>
        </p:nvCxnSpPr>
        <p:spPr>
          <a:xfrm>
            <a:off x="1052327" y="1683379"/>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042096" y="1727497"/>
            <a:ext cx="7787924" cy="546336"/>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F1B8295B-9399-43B5-961D-6D1444246663}"/>
              </a:ext>
              <a:ext uri="{C183D7F6-B498-43B3-948B-1728B52AA6E4}">
                <adec:decorative xmlns:adec="http://schemas.microsoft.com/office/drawing/2017/decorative" val="1"/>
              </a:ext>
            </a:extLst>
          </p:cNvPr>
          <p:cNvCxnSpPr>
            <a:cxnSpLocks/>
          </p:cNvCxnSpPr>
          <p:nvPr/>
        </p:nvCxnSpPr>
        <p:spPr>
          <a:xfrm>
            <a:off x="1052327" y="2318112"/>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042096" y="2362321"/>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8661FE75-B00C-4695-B37C-FB53546A5F0A}"/>
              </a:ext>
              <a:ext uri="{C183D7F6-B498-43B3-948B-1728B52AA6E4}">
                <adec:decorative xmlns:adec="http://schemas.microsoft.com/office/drawing/2017/decorative" val="1"/>
              </a:ext>
            </a:extLst>
          </p:cNvPr>
          <p:cNvCxnSpPr>
            <a:cxnSpLocks/>
          </p:cNvCxnSpPr>
          <p:nvPr/>
        </p:nvCxnSpPr>
        <p:spPr>
          <a:xfrm>
            <a:off x="1052327" y="2952846"/>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042096" y="2997146"/>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44FEBE66-8971-4138-8B29-7373BB7CD1B7}"/>
              </a:ext>
              <a:ext uri="{C183D7F6-B498-43B3-948B-1728B52AA6E4}">
                <adec:decorative xmlns:adec="http://schemas.microsoft.com/office/drawing/2017/decorative" val="1"/>
              </a:ext>
            </a:extLst>
          </p:cNvPr>
          <p:cNvCxnSpPr>
            <a:cxnSpLocks/>
          </p:cNvCxnSpPr>
          <p:nvPr/>
        </p:nvCxnSpPr>
        <p:spPr>
          <a:xfrm>
            <a:off x="1052327" y="3587580"/>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042096" y="3631970"/>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2" name="Straight Connector 11">
            <a:extLst>
              <a:ext uri="{FF2B5EF4-FFF2-40B4-BE49-F238E27FC236}">
                <a16:creationId xmlns:a16="http://schemas.microsoft.com/office/drawing/2014/main" id="{EE9B15D9-25BA-4AE3-B36D-961D8C817DC1}"/>
              </a:ext>
              <a:ext uri="{C183D7F6-B498-43B3-948B-1728B52AA6E4}">
                <adec:decorative xmlns:adec="http://schemas.microsoft.com/office/drawing/2017/decorative" val="1"/>
              </a:ext>
            </a:extLst>
          </p:cNvPr>
          <p:cNvCxnSpPr>
            <a:cxnSpLocks/>
          </p:cNvCxnSpPr>
          <p:nvPr/>
        </p:nvCxnSpPr>
        <p:spPr>
          <a:xfrm>
            <a:off x="1052327" y="4222313"/>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4349BD30-0784-4B45-BEA2-C53624DF62CA}"/>
              </a:ext>
            </a:extLst>
          </p:cNvPr>
          <p:cNvSpPr>
            <a:spLocks noGrp="1"/>
          </p:cNvSpPr>
          <p:nvPr>
            <p:ph type="body" sz="quarter" idx="30" hasCustomPrompt="1"/>
          </p:nvPr>
        </p:nvSpPr>
        <p:spPr>
          <a:xfrm>
            <a:off x="1042096" y="4266794"/>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EA2F36BF-4C66-4F60-9687-8A7789E05AB2}"/>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775079003"/>
      </p:ext>
    </p:extLst>
  </p:cSld>
  <p:clrMapOvr>
    <a:masterClrMapping/>
  </p:clrMapOvr>
  <p:transition>
    <p:fade/>
  </p:transition>
  <p:hf sldNum="0"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ext option- Text thre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 &amp; two columns</a:t>
            </a:r>
          </a:p>
        </p:txBody>
      </p:sp>
      <p:sp>
        <p:nvSpPr>
          <p:cNvPr id="5" name="Text Placeholder 4"/>
          <p:cNvSpPr>
            <a:spLocks noGrp="1"/>
          </p:cNvSpPr>
          <p:nvPr>
            <p:ph type="body" sz="quarter" idx="11" hasCustomPrompt="1"/>
          </p:nvPr>
        </p:nvSpPr>
        <p:spPr>
          <a:xfrm>
            <a:off x="1176558" y="1092672"/>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B2BC2D45-166A-42A4-BFA4-B0E61DE53CD1}"/>
              </a:ext>
              <a:ext uri="{C183D7F6-B498-43B3-948B-1728B52AA6E4}">
                <adec:decorative xmlns:adec="http://schemas.microsoft.com/office/drawing/2017/decorative" val="1"/>
              </a:ext>
            </a:extLst>
          </p:cNvPr>
          <p:cNvCxnSpPr>
            <a:cxnSpLocks/>
          </p:cNvCxnSpPr>
          <p:nvPr/>
        </p:nvCxnSpPr>
        <p:spPr>
          <a:xfrm>
            <a:off x="1176559" y="2156331"/>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2266089"/>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C17E5589-50A4-4ADA-A3D2-DFB8558FE78E}"/>
              </a:ext>
              <a:ext uri="{C183D7F6-B498-43B3-948B-1728B52AA6E4}">
                <adec:decorative xmlns:adec="http://schemas.microsoft.com/office/drawing/2017/decorative" val="1"/>
              </a:ext>
            </a:extLst>
          </p:cNvPr>
          <p:cNvCxnSpPr>
            <a:cxnSpLocks/>
          </p:cNvCxnSpPr>
          <p:nvPr/>
        </p:nvCxnSpPr>
        <p:spPr>
          <a:xfrm>
            <a:off x="1176559" y="332974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3439505"/>
            <a:ext cx="3295062" cy="953901"/>
          </a:xfrm>
        </p:spPr>
        <p:txBody>
          <a:bodyPr wrap="square" lIns="0" tIns="0" rIns="0" bIns="0" anchor="t">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5534956" y="1092672"/>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599F4609-3CD7-4077-B992-04F71C504EF4}"/>
              </a:ext>
              <a:ext uri="{C183D7F6-B498-43B3-948B-1728B52AA6E4}">
                <adec:decorative xmlns:adec="http://schemas.microsoft.com/office/drawing/2017/decorative" val="1"/>
              </a:ext>
            </a:extLst>
          </p:cNvPr>
          <p:cNvCxnSpPr>
            <a:cxnSpLocks/>
          </p:cNvCxnSpPr>
          <p:nvPr/>
        </p:nvCxnSpPr>
        <p:spPr>
          <a:xfrm>
            <a:off x="5534959" y="2156331"/>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5534956" y="2266089"/>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C2F439E-21AC-47A7-8FF2-2B3B30023C2D}"/>
              </a:ext>
              <a:ext uri="{C183D7F6-B498-43B3-948B-1728B52AA6E4}">
                <adec:decorative xmlns:adec="http://schemas.microsoft.com/office/drawing/2017/decorative" val="1"/>
              </a:ext>
            </a:extLst>
          </p:cNvPr>
          <p:cNvCxnSpPr>
            <a:cxnSpLocks/>
          </p:cNvCxnSpPr>
          <p:nvPr/>
        </p:nvCxnSpPr>
        <p:spPr>
          <a:xfrm>
            <a:off x="5534959" y="332974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5534956" y="3439505"/>
            <a:ext cx="3295062" cy="953901"/>
          </a:xfrm>
        </p:spPr>
        <p:txBody>
          <a:bodyPr wrap="square" lIns="0" tIns="0" rIns="0" bIns="0" anchor="t">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
        <p:nvSpPr>
          <p:cNvPr id="2" name="Footer Placeholder 1">
            <a:extLst>
              <a:ext uri="{FF2B5EF4-FFF2-40B4-BE49-F238E27FC236}">
                <a16:creationId xmlns:a16="http://schemas.microsoft.com/office/drawing/2014/main" id="{AFC478E9-3BC1-400C-AA34-1E1599FAEDDC}"/>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4012232626"/>
      </p:ext>
    </p:extLst>
  </p:cSld>
  <p:clrMapOvr>
    <a:masterClrMapping/>
  </p:clrMapOvr>
  <p:transition>
    <p:fade/>
  </p:transition>
  <p:hf sldNum="0"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ext option- Text fiv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 &amp; two columns</a:t>
            </a:r>
          </a:p>
        </p:txBody>
      </p:sp>
      <p:sp>
        <p:nvSpPr>
          <p:cNvPr id="5" name="Text Placeholder 4"/>
          <p:cNvSpPr>
            <a:spLocks noGrp="1"/>
          </p:cNvSpPr>
          <p:nvPr>
            <p:ph type="body" sz="quarter" idx="11" hasCustomPrompt="1"/>
          </p:nvPr>
        </p:nvSpPr>
        <p:spPr>
          <a:xfrm>
            <a:off x="1176558" y="109267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99FD6DBF-9FC0-43E4-BB25-187F987ED548}"/>
              </a:ext>
              <a:ext uri="{C183D7F6-B498-43B3-948B-1728B52AA6E4}">
                <adec:decorative xmlns:adec="http://schemas.microsoft.com/office/drawing/2017/decorative" val="1"/>
              </a:ext>
            </a:extLst>
          </p:cNvPr>
          <p:cNvCxnSpPr>
            <a:cxnSpLocks/>
          </p:cNvCxnSpPr>
          <p:nvPr/>
        </p:nvCxnSpPr>
        <p:spPr>
          <a:xfrm>
            <a:off x="1176559" y="180971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85413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BCEDF675-8A34-4183-9100-9743BB5854C2}"/>
              </a:ext>
              <a:ext uri="{C183D7F6-B498-43B3-948B-1728B52AA6E4}">
                <adec:decorative xmlns:adec="http://schemas.microsoft.com/office/drawing/2017/decorative" val="1"/>
              </a:ext>
            </a:extLst>
          </p:cNvPr>
          <p:cNvCxnSpPr>
            <a:cxnSpLocks/>
          </p:cNvCxnSpPr>
          <p:nvPr/>
        </p:nvCxnSpPr>
        <p:spPr>
          <a:xfrm>
            <a:off x="1176559" y="2571069"/>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261559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389062B4-E38A-48D0-9FC3-A198B27C2B9D}"/>
              </a:ext>
              <a:ext uri="{C183D7F6-B498-43B3-948B-1728B52AA6E4}">
                <adec:decorative xmlns:adec="http://schemas.microsoft.com/office/drawing/2017/decorative" val="1"/>
              </a:ext>
            </a:extLst>
          </p:cNvPr>
          <p:cNvCxnSpPr>
            <a:cxnSpLocks/>
          </p:cNvCxnSpPr>
          <p:nvPr/>
        </p:nvCxnSpPr>
        <p:spPr>
          <a:xfrm>
            <a:off x="1176559" y="3332422"/>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176558" y="337705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FBA8527-2F9F-46AE-A168-2E369F0A4E4C}"/>
              </a:ext>
              <a:ext uri="{C183D7F6-B498-43B3-948B-1728B52AA6E4}">
                <adec:decorative xmlns:adec="http://schemas.microsoft.com/office/drawing/2017/decorative" val="1"/>
              </a:ext>
            </a:extLst>
          </p:cNvPr>
          <p:cNvCxnSpPr>
            <a:cxnSpLocks/>
          </p:cNvCxnSpPr>
          <p:nvPr/>
        </p:nvCxnSpPr>
        <p:spPr>
          <a:xfrm>
            <a:off x="1176559" y="4093775"/>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176558" y="4138512"/>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5534956" y="109267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1" name="Straight Connector 20">
            <a:extLst>
              <a:ext uri="{FF2B5EF4-FFF2-40B4-BE49-F238E27FC236}">
                <a16:creationId xmlns:a16="http://schemas.microsoft.com/office/drawing/2014/main" id="{8B458FFC-8336-43D5-A0E5-A4CEF85D5F6D}"/>
              </a:ext>
              <a:ext uri="{C183D7F6-B498-43B3-948B-1728B52AA6E4}">
                <adec:decorative xmlns:adec="http://schemas.microsoft.com/office/drawing/2017/decorative" val="1"/>
              </a:ext>
            </a:extLst>
          </p:cNvPr>
          <p:cNvCxnSpPr>
            <a:cxnSpLocks/>
          </p:cNvCxnSpPr>
          <p:nvPr/>
        </p:nvCxnSpPr>
        <p:spPr>
          <a:xfrm>
            <a:off x="5534959" y="180971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5534956" y="185413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2" name="Straight Connector 21">
            <a:extLst>
              <a:ext uri="{FF2B5EF4-FFF2-40B4-BE49-F238E27FC236}">
                <a16:creationId xmlns:a16="http://schemas.microsoft.com/office/drawing/2014/main" id="{A8128678-7D34-47E0-BE94-ECE7CD383DD9}"/>
              </a:ext>
              <a:ext uri="{C183D7F6-B498-43B3-948B-1728B52AA6E4}">
                <adec:decorative xmlns:adec="http://schemas.microsoft.com/office/drawing/2017/decorative" val="1"/>
              </a:ext>
            </a:extLst>
          </p:cNvPr>
          <p:cNvCxnSpPr>
            <a:cxnSpLocks/>
          </p:cNvCxnSpPr>
          <p:nvPr/>
        </p:nvCxnSpPr>
        <p:spPr>
          <a:xfrm>
            <a:off x="5534959" y="2571069"/>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5534956" y="261559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3" name="Straight Connector 22">
            <a:extLst>
              <a:ext uri="{FF2B5EF4-FFF2-40B4-BE49-F238E27FC236}">
                <a16:creationId xmlns:a16="http://schemas.microsoft.com/office/drawing/2014/main" id="{70E98085-E858-4C10-983A-14182332938A}"/>
              </a:ext>
              <a:ext uri="{C183D7F6-B498-43B3-948B-1728B52AA6E4}">
                <adec:decorative xmlns:adec="http://schemas.microsoft.com/office/drawing/2017/decorative" val="1"/>
              </a:ext>
            </a:extLst>
          </p:cNvPr>
          <p:cNvCxnSpPr>
            <a:cxnSpLocks/>
          </p:cNvCxnSpPr>
          <p:nvPr/>
        </p:nvCxnSpPr>
        <p:spPr>
          <a:xfrm>
            <a:off x="5534959" y="3332422"/>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2" name="Text Placeholder 4">
            <a:extLst>
              <a:ext uri="{FF2B5EF4-FFF2-40B4-BE49-F238E27FC236}">
                <a16:creationId xmlns:a16="http://schemas.microsoft.com/office/drawing/2014/main" id="{234777AC-02E0-4220-86CD-507697625215}"/>
              </a:ext>
            </a:extLst>
          </p:cNvPr>
          <p:cNvSpPr>
            <a:spLocks noGrp="1"/>
          </p:cNvSpPr>
          <p:nvPr>
            <p:ph type="body" sz="quarter" idx="34" hasCustomPrompt="1"/>
          </p:nvPr>
        </p:nvSpPr>
        <p:spPr>
          <a:xfrm>
            <a:off x="5534956" y="337705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4" name="Straight Connector 23">
            <a:extLst>
              <a:ext uri="{FF2B5EF4-FFF2-40B4-BE49-F238E27FC236}">
                <a16:creationId xmlns:a16="http://schemas.microsoft.com/office/drawing/2014/main" id="{683B0E2A-4AAD-468F-8AFA-306B72CCD47E}"/>
              </a:ext>
              <a:ext uri="{C183D7F6-B498-43B3-948B-1728B52AA6E4}">
                <adec:decorative xmlns:adec="http://schemas.microsoft.com/office/drawing/2017/decorative" val="1"/>
              </a:ext>
            </a:extLst>
          </p:cNvPr>
          <p:cNvCxnSpPr>
            <a:cxnSpLocks/>
          </p:cNvCxnSpPr>
          <p:nvPr/>
        </p:nvCxnSpPr>
        <p:spPr>
          <a:xfrm>
            <a:off x="5534959" y="4093775"/>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3" name="Text Placeholder 4">
            <a:extLst>
              <a:ext uri="{FF2B5EF4-FFF2-40B4-BE49-F238E27FC236}">
                <a16:creationId xmlns:a16="http://schemas.microsoft.com/office/drawing/2014/main" id="{74535A38-66F8-4A7C-9C33-D0D74D7212FB}"/>
              </a:ext>
            </a:extLst>
          </p:cNvPr>
          <p:cNvSpPr>
            <a:spLocks noGrp="1"/>
          </p:cNvSpPr>
          <p:nvPr>
            <p:ph type="body" sz="quarter" idx="35" hasCustomPrompt="1"/>
          </p:nvPr>
        </p:nvSpPr>
        <p:spPr>
          <a:xfrm>
            <a:off x="5534956" y="4138512"/>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
        <p:nvSpPr>
          <p:cNvPr id="2" name="Footer Placeholder 1">
            <a:extLst>
              <a:ext uri="{FF2B5EF4-FFF2-40B4-BE49-F238E27FC236}">
                <a16:creationId xmlns:a16="http://schemas.microsoft.com/office/drawing/2014/main" id="{C7FD0CAD-A9AA-414D-8022-E74A70833154}"/>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819132492"/>
      </p:ext>
    </p:extLst>
  </p:cSld>
  <p:clrMapOvr>
    <a:masterClrMapping/>
  </p:clrMapOvr>
  <p:transition>
    <p:fade/>
  </p:transition>
  <p:hf sldNum="0"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wo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313983" y="1092992"/>
            <a:ext cx="4184200"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313982" y="1971147"/>
            <a:ext cx="4171637"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4672014" y="1971147"/>
            <a:ext cx="4154506"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4646919" y="1092992"/>
            <a:ext cx="4179601"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313982" y="2748347"/>
            <a:ext cx="4171637"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4672014" y="2748348"/>
            <a:ext cx="4154506"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313982" y="3525549"/>
            <a:ext cx="4171637"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4672014" y="3525549"/>
            <a:ext cx="4154506"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p:nvCxnSpPr>
        <p:spPr>
          <a:xfrm>
            <a:off x="313982" y="2649525"/>
            <a:ext cx="418419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p:nvCxnSpPr>
        <p:spPr>
          <a:xfrm>
            <a:off x="313982" y="3426725"/>
            <a:ext cx="418419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p:ph type="title"/>
          </p:nvPr>
        </p:nvSpPr>
        <p:spPr>
          <a:xfrm>
            <a:off x="313982" y="330371"/>
            <a:ext cx="8505951" cy="510147"/>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p:nvCxnSpPr>
        <p:spPr>
          <a:xfrm>
            <a:off x="4672012" y="2649525"/>
            <a:ext cx="415399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p:nvCxnSpPr>
        <p:spPr>
          <a:xfrm>
            <a:off x="4672012" y="3426725"/>
            <a:ext cx="415399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96EF592D-EEA7-47F4-9146-7AA8A3F44C47}"/>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036464994"/>
      </p:ext>
    </p:extLst>
  </p:cSld>
  <p:clrMapOvr>
    <a:masterClrMapping/>
  </p:clrMapOvr>
  <p:transition>
    <p:fade/>
  </p:transition>
  <p:hf sldNum="0"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three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313982" y="1092992"/>
            <a:ext cx="2721959"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313983" y="1971147"/>
            <a:ext cx="2713786"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3227364" y="1092992"/>
            <a:ext cx="2721959"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7" name="Text Placeholder 4"/>
          <p:cNvSpPr>
            <a:spLocks noGrp="1"/>
          </p:cNvSpPr>
          <p:nvPr>
            <p:ph type="body" sz="quarter" idx="18" hasCustomPrompt="1"/>
          </p:nvPr>
        </p:nvSpPr>
        <p:spPr>
          <a:xfrm>
            <a:off x="3227365" y="1971147"/>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120904" y="1971147"/>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104560" y="1092992"/>
            <a:ext cx="2721959"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313983" y="2748347"/>
            <a:ext cx="2713786"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3" name="Text Placeholder 4">
            <a:extLst>
              <a:ext uri="{FF2B5EF4-FFF2-40B4-BE49-F238E27FC236}">
                <a16:creationId xmlns:a16="http://schemas.microsoft.com/office/drawing/2014/main" id="{79BC4586-7FC3-4659-9310-CCDD1B8FB8A1}"/>
              </a:ext>
            </a:extLst>
          </p:cNvPr>
          <p:cNvSpPr>
            <a:spLocks noGrp="1"/>
          </p:cNvSpPr>
          <p:nvPr>
            <p:ph type="body" sz="quarter" idx="29" hasCustomPrompt="1"/>
          </p:nvPr>
        </p:nvSpPr>
        <p:spPr>
          <a:xfrm>
            <a:off x="3227365" y="2748348"/>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6120904" y="2748348"/>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313983" y="3525549"/>
            <a:ext cx="2713786"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8" name="Text Placeholder 4">
            <a:extLst>
              <a:ext uri="{FF2B5EF4-FFF2-40B4-BE49-F238E27FC236}">
                <a16:creationId xmlns:a16="http://schemas.microsoft.com/office/drawing/2014/main" id="{284BF132-1328-44E8-A629-D64096388C74}"/>
              </a:ext>
            </a:extLst>
          </p:cNvPr>
          <p:cNvSpPr>
            <a:spLocks noGrp="1"/>
          </p:cNvSpPr>
          <p:nvPr>
            <p:ph type="body" sz="quarter" idx="32" hasCustomPrompt="1"/>
          </p:nvPr>
        </p:nvSpPr>
        <p:spPr>
          <a:xfrm>
            <a:off x="3227365" y="3525549"/>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6120904" y="3525549"/>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p:nvCxnSpPr>
        <p:spPr>
          <a:xfrm>
            <a:off x="313984" y="2649525"/>
            <a:ext cx="272516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p:nvCxnSpPr>
        <p:spPr>
          <a:xfrm>
            <a:off x="313984" y="3426725"/>
            <a:ext cx="272516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BF3C7B5-A8EA-4ECD-A968-2546248701F3}"/>
              </a:ext>
              <a:ext uri="{C183D7F6-B498-43B3-948B-1728B52AA6E4}">
                <adec:decorative xmlns:adec="http://schemas.microsoft.com/office/drawing/2017/decorative" val="1"/>
              </a:ext>
            </a:extLst>
          </p:cNvPr>
          <p:cNvCxnSpPr>
            <a:cxnSpLocks/>
          </p:cNvCxnSpPr>
          <p:nvPr/>
        </p:nvCxnSpPr>
        <p:spPr>
          <a:xfrm>
            <a:off x="3227785" y="26495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14FEAA1-EB50-4B84-96EB-E171DE39A0A8}"/>
              </a:ext>
              <a:ext uri="{C183D7F6-B498-43B3-948B-1728B52AA6E4}">
                <adec:decorative xmlns:adec="http://schemas.microsoft.com/office/drawing/2017/decorative" val="1"/>
              </a:ext>
            </a:extLst>
          </p:cNvPr>
          <p:cNvCxnSpPr>
            <a:cxnSpLocks/>
          </p:cNvCxnSpPr>
          <p:nvPr/>
        </p:nvCxnSpPr>
        <p:spPr>
          <a:xfrm>
            <a:off x="3227785" y="34267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p:ph type="title"/>
          </p:nvPr>
        </p:nvSpPr>
        <p:spPr>
          <a:xfrm>
            <a:off x="313982" y="330371"/>
            <a:ext cx="8505951" cy="510147"/>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p:nvCxnSpPr>
        <p:spPr>
          <a:xfrm>
            <a:off x="6120903" y="26495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p:nvCxnSpPr>
        <p:spPr>
          <a:xfrm>
            <a:off x="6120903" y="34267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B30B5A80-F666-460D-9090-8493217C8FD1}"/>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96590099"/>
      </p:ext>
    </p:extLst>
  </p:cSld>
  <p:clrMapOvr>
    <a:masterClrMapping/>
  </p:clrMapOvr>
  <p:transition>
    <p:fade/>
  </p:transition>
  <p:hf sldNum="0" hdr="0" ftr="0" dt="0"/>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itle with graphic">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313981" y="1092993"/>
            <a:ext cx="2579405" cy="2579405"/>
          </a:xfrm>
          <a:prstGeom prst="ellipse">
            <a:avLst/>
          </a:prstGeom>
          <a:solidFill>
            <a:schemeClr val="bg1">
              <a:lumMod val="95000"/>
            </a:schemeClr>
          </a:solidFill>
        </p:spPr>
        <p:txBody>
          <a:bodyPr tIns="0" rIns="0" bIns="0" anchor="ctr">
            <a:noAutofit/>
          </a:bodyPr>
          <a:lstStyle>
            <a:lvl1pPr algn="ctr">
              <a:defRPr sz="2059"/>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3277255" y="1092993"/>
            <a:ext cx="2579405" cy="2579405"/>
          </a:xfrm>
          <a:prstGeom prst="ellipse">
            <a:avLst/>
          </a:prstGeom>
          <a:solidFill>
            <a:schemeClr val="bg1">
              <a:lumMod val="95000"/>
            </a:schemeClr>
          </a:solidFill>
        </p:spPr>
        <p:txBody>
          <a:bodyPr tIns="0" rIns="0" bIns="0" anchor="ctr">
            <a:noAutofit/>
          </a:bodyPr>
          <a:lstStyle>
            <a:lvl1pPr algn="ctr">
              <a:defRPr sz="2059"/>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6240529" y="1092993"/>
            <a:ext cx="2579405" cy="2579405"/>
          </a:xfrm>
          <a:prstGeom prst="ellipse">
            <a:avLst/>
          </a:prstGeom>
          <a:solidFill>
            <a:schemeClr val="bg1">
              <a:lumMod val="95000"/>
            </a:schemeClr>
          </a:solidFill>
        </p:spPr>
        <p:txBody>
          <a:bodyPr tIns="0" rIns="0" bIns="0" anchor="ctr">
            <a:noAutofit/>
          </a:bodyPr>
          <a:lstStyle>
            <a:lvl1pPr algn="ctr">
              <a:defRPr sz="2059"/>
            </a:lvl1pPr>
          </a:lstStyle>
          <a:p>
            <a:pPr lvl="0"/>
            <a:r>
              <a:rPr lang="en-US"/>
              <a:t>Click to edit Master text styles</a:t>
            </a:r>
          </a:p>
        </p:txBody>
      </p:sp>
      <p:sp>
        <p:nvSpPr>
          <p:cNvPr id="2" name="Footer Placeholder 1">
            <a:extLst>
              <a:ext uri="{FF2B5EF4-FFF2-40B4-BE49-F238E27FC236}">
                <a16:creationId xmlns:a16="http://schemas.microsoft.com/office/drawing/2014/main" id="{538B82E4-7444-4181-B6FE-B79D11D3EA6F}"/>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425733455"/>
      </p:ext>
    </p:extLst>
  </p:cSld>
  <p:clrMapOvr>
    <a:masterClrMapping/>
  </p:clrMapOvr>
  <p:transition>
    <p:fade/>
  </p:transition>
  <p:hf sldNum="0"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itle with graphic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313982"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2041963"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3769943"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7" name="Text Placeholder 3">
            <a:extLst>
              <a:ext uri="{FF2B5EF4-FFF2-40B4-BE49-F238E27FC236}">
                <a16:creationId xmlns:a16="http://schemas.microsoft.com/office/drawing/2014/main" id="{FFCA379A-FFA6-4179-AD94-3B9D20DBAA50}"/>
              </a:ext>
            </a:extLst>
          </p:cNvPr>
          <p:cNvSpPr>
            <a:spLocks noGrp="1"/>
          </p:cNvSpPr>
          <p:nvPr>
            <p:ph type="body" sz="quarter" idx="13"/>
          </p:nvPr>
        </p:nvSpPr>
        <p:spPr>
          <a:xfrm>
            <a:off x="5497924"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8" name="Text Placeholder 3">
            <a:extLst>
              <a:ext uri="{FF2B5EF4-FFF2-40B4-BE49-F238E27FC236}">
                <a16:creationId xmlns:a16="http://schemas.microsoft.com/office/drawing/2014/main" id="{86EE9769-6679-49C8-860D-5CACDB09DBD2}"/>
              </a:ext>
            </a:extLst>
          </p:cNvPr>
          <p:cNvSpPr>
            <a:spLocks noGrp="1"/>
          </p:cNvSpPr>
          <p:nvPr>
            <p:ph type="body" sz="quarter" idx="14"/>
          </p:nvPr>
        </p:nvSpPr>
        <p:spPr>
          <a:xfrm>
            <a:off x="7225906"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2" name="Footer Placeholder 1">
            <a:extLst>
              <a:ext uri="{FF2B5EF4-FFF2-40B4-BE49-F238E27FC236}">
                <a16:creationId xmlns:a16="http://schemas.microsoft.com/office/drawing/2014/main" id="{136AABF9-4169-453B-83D4-823782CAB5B6}"/>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344413368"/>
      </p:ext>
    </p:extLst>
  </p:cSld>
  <p:clrMapOvr>
    <a:masterClrMapping/>
  </p:clrMapOvr>
  <p:transition>
    <p:fade/>
  </p:transition>
  <p:hf sldNum="0" hdr="0" ftr="0" dt="0"/>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rgbClr val="243A5E"/>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8830E1E-F06E-469F-9154-F8DEA4B068FE}"/>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solidFill>
                <a:schemeClr val="bg1"/>
              </a:solidFill>
            </a:endParaRPr>
          </a:p>
        </p:txBody>
      </p:sp>
      <p:pic>
        <p:nvPicPr>
          <p:cNvPr id="3" name="Picture 2" descr="A picture containing drawing&#10;&#10;Description automatically generated">
            <a:extLst>
              <a:ext uri="{FF2B5EF4-FFF2-40B4-BE49-F238E27FC236}">
                <a16:creationId xmlns:a16="http://schemas.microsoft.com/office/drawing/2014/main" id="{61A92AD1-6689-41DB-9434-AC98B39D968F}"/>
              </a:ext>
            </a:extLst>
          </p:cNvPr>
          <p:cNvPicPr>
            <a:picLocks noChangeAspect="1"/>
          </p:cNvPicPr>
          <p:nvPr/>
        </p:nvPicPr>
        <p:blipFill>
          <a:blip r:embed="rId2"/>
          <a:stretch>
            <a:fillRect/>
          </a:stretch>
        </p:blipFill>
        <p:spPr>
          <a:xfrm>
            <a:off x="102665" y="119770"/>
            <a:ext cx="1976435" cy="653814"/>
          </a:xfrm>
          <a:prstGeom prst="rect">
            <a:avLst/>
          </a:prstGeom>
        </p:spPr>
      </p:pic>
    </p:spTree>
    <p:extLst>
      <p:ext uri="{BB962C8B-B14F-4D97-AF65-F5344CB8AC3E}">
        <p14:creationId xmlns:p14="http://schemas.microsoft.com/office/powerpoint/2010/main" val="2850209571"/>
      </p:ext>
    </p:extLst>
  </p:cSld>
  <p:clrMapOvr>
    <a:masterClrMapping/>
  </p:clrMapOvr>
  <p:transition>
    <p:fade/>
  </p:transition>
  <p:hf sldNum="0" hdr="0" ftr="0" dt="0"/>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cSld name="Section divider">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1FDE817-4581-481C-9C54-D23C2F82ACA3}"/>
              </a:ext>
            </a:extLst>
          </p:cNvPr>
          <p:cNvSpPr>
            <a:spLocks noGrp="1"/>
          </p:cNvSpPr>
          <p:nvPr>
            <p:ph type="title" hasCustomPrompt="1"/>
          </p:nvPr>
        </p:nvSpPr>
        <p:spPr>
          <a:xfrm>
            <a:off x="438913" y="2392032"/>
            <a:ext cx="6669456" cy="359436"/>
          </a:xfrm>
          <a:noFill/>
        </p:spPr>
        <p:txBody>
          <a:bodyPr wrap="square" lIns="0" tIns="0" rIns="0" bIns="0" anchor="ctr" anchorCtr="0">
            <a:spAutoFit/>
          </a:bodyPr>
          <a:lstStyle>
            <a:lvl1pPr algn="l" defTabSz="685807" rtl="0" eaLnBrk="1" latinLnBrk="0" hangingPunct="1">
              <a:lnSpc>
                <a:spcPct val="90000"/>
              </a:lnSpc>
              <a:spcBef>
                <a:spcPct val="0"/>
              </a:spcBef>
              <a:buNone/>
              <a:defRPr lang="en-US" sz="2595" b="0" kern="1200" cap="none" spc="-37" baseline="0" dirty="0">
                <a:ln w="3175">
                  <a:noFill/>
                </a:ln>
                <a:solidFill>
                  <a:schemeClr val="bg1"/>
                </a:solidFill>
                <a:effectLst/>
                <a:latin typeface="+mj-lt"/>
                <a:ea typeface="+mn-ea"/>
                <a:cs typeface="Segoe UI" pitchFamily="34" charset="0"/>
              </a:defRPr>
            </a:lvl1pPr>
          </a:lstStyle>
          <a:p>
            <a:r>
              <a:rPr lang="en-US"/>
              <a:t>Section title</a:t>
            </a:r>
          </a:p>
        </p:txBody>
      </p:sp>
      <p:sp>
        <p:nvSpPr>
          <p:cNvPr id="3" name="Footer Placeholder 1">
            <a:extLst>
              <a:ext uri="{FF2B5EF4-FFF2-40B4-BE49-F238E27FC236}">
                <a16:creationId xmlns:a16="http://schemas.microsoft.com/office/drawing/2014/main" id="{1DFB148E-6FF9-4D4C-B7D0-28ACD9A6EB3A}"/>
              </a:ext>
            </a:extLst>
          </p:cNvPr>
          <p:cNvSpPr txBox="1">
            <a:spLocks/>
          </p:cNvSpPr>
          <p:nvPr/>
        </p:nvSpPr>
        <p:spPr>
          <a:xfrm>
            <a:off x="6710187" y="4842397"/>
            <a:ext cx="2433814" cy="99899"/>
          </a:xfrm>
          <a:prstGeom prst="rect">
            <a:avLst/>
          </a:prstGeom>
        </p:spPr>
        <p:txBody>
          <a:bodyPr vert="horz" wrap="square"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49" dirty="0"/>
          </a:p>
        </p:txBody>
      </p:sp>
    </p:spTree>
    <p:extLst>
      <p:ext uri="{BB962C8B-B14F-4D97-AF65-F5344CB8AC3E}">
        <p14:creationId xmlns:p14="http://schemas.microsoft.com/office/powerpoint/2010/main" val="3740780710"/>
      </p:ext>
    </p:extLst>
  </p:cSld>
  <p:clrMapOvr>
    <a:masterClrMapping/>
  </p:clrMapOvr>
  <p:transition>
    <p:fade/>
  </p:transition>
  <p:hf sldNum="0" hdr="0" ftr="0" dt="0"/>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cSld name="3_Title">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41996" y="2420867"/>
            <a:ext cx="1843040" cy="301769"/>
          </a:xfrm>
          <a:prstGeom prst="rect">
            <a:avLst/>
          </a:prstGeom>
        </p:spPr>
        <p:txBody>
          <a:bodyPr wrap="square" lIns="0" tIns="0" rIns="0" bIns="0" anchor="ctr">
            <a:spAutoFit/>
          </a:bodyPr>
          <a:lstStyle>
            <a:lvl1pPr>
              <a:lnSpc>
                <a:spcPts val="2307"/>
              </a:lnSpc>
              <a:defRPr sz="2019" strike="noStrike">
                <a:solidFill>
                  <a:schemeClr val="bg1"/>
                </a:solidFill>
              </a:defRPr>
            </a:lvl1pPr>
          </a:lstStyle>
          <a:p>
            <a:r>
              <a:rPr lang="en-US"/>
              <a:t>Title</a:t>
            </a:r>
          </a:p>
        </p:txBody>
      </p:sp>
      <p:sp>
        <p:nvSpPr>
          <p:cNvPr id="3" name="Footer Placeholder 1">
            <a:extLst>
              <a:ext uri="{FF2B5EF4-FFF2-40B4-BE49-F238E27FC236}">
                <a16:creationId xmlns:a16="http://schemas.microsoft.com/office/drawing/2014/main" id="{43F30B39-D760-4B18-A167-D47C32BD5B77}"/>
              </a:ext>
            </a:extLst>
          </p:cNvPr>
          <p:cNvSpPr txBox="1">
            <a:spLocks/>
          </p:cNvSpPr>
          <p:nvPr/>
        </p:nvSpPr>
        <p:spPr>
          <a:xfrm>
            <a:off x="6710187" y="4842397"/>
            <a:ext cx="2433814" cy="99899"/>
          </a:xfrm>
          <a:prstGeom prst="rect">
            <a:avLst/>
          </a:prstGeom>
        </p:spPr>
        <p:txBody>
          <a:bodyPr vert="horz" wrap="square"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49" dirty="0"/>
          </a:p>
        </p:txBody>
      </p:sp>
    </p:spTree>
    <p:extLst>
      <p:ext uri="{BB962C8B-B14F-4D97-AF65-F5344CB8AC3E}">
        <p14:creationId xmlns:p14="http://schemas.microsoft.com/office/powerpoint/2010/main" val="4055552693"/>
      </p:ext>
    </p:extLst>
  </p:cSld>
  <p:clrMapOvr>
    <a:masterClrMapping/>
  </p:clrMapOvr>
  <p:transition>
    <p:fade/>
  </p:transition>
  <p:hf sldNum="0" hdr="0" ftr="0" dt="0"/>
</p:sldLayout>
</file>

<file path=ppt/slideLayouts/slideLayout47.xml><?xml version="1.0" encoding="utf-8"?>
<p:sldLayout xmlns:a="http://schemas.openxmlformats.org/drawingml/2006/main" xmlns:r="http://schemas.openxmlformats.org/officeDocument/2006/relationships" xmlns:p="http://schemas.openxmlformats.org/presentationml/2006/main" type="tx">
  <p:cSld name="1_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313982" y="1092674"/>
            <a:ext cx="8505951" cy="14757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22219480"/>
      </p:ext>
    </p:extLst>
  </p:cSld>
  <p:clrMapOvr>
    <a:masterClrMapping/>
  </p:clrMapOvr>
  <p:hf sldNum="0" hdr="0" ftr="0" dt="0"/>
</p:sldLayout>
</file>

<file path=ppt/slideLayouts/slideLayout48.xml><?xml version="1.0" encoding="utf-8"?>
<p:sldLayout xmlns:a="http://schemas.openxmlformats.org/drawingml/2006/main" xmlns:r="http://schemas.openxmlformats.org/officeDocument/2006/relationships" xmlns:p="http://schemas.openxmlformats.org/presentationml/2006/main">
  <p:cSld name="Section title 2">
    <p:bg>
      <p:bgPr>
        <a:solidFill>
          <a:schemeClr val="bg2"/>
        </a:solidFill>
        <a:effectLst/>
      </p:bgPr>
    </p:bg>
    <p:spTree>
      <p:nvGrpSpPr>
        <p:cNvPr id="1" name=""/>
        <p:cNvGrpSpPr/>
        <p:nvPr/>
      </p:nvGrpSpPr>
      <p:grpSpPr>
        <a:xfrm>
          <a:off x="0" y="0"/>
          <a:ext cx="0" cy="0"/>
          <a:chOff x="0" y="0"/>
          <a:chExt cx="0" cy="0"/>
        </a:xfrm>
      </p:grpSpPr>
      <p:sp>
        <p:nvSpPr>
          <p:cNvPr id="3" name="Title 35"/>
          <p:cNvSpPr>
            <a:spLocks noGrp="1"/>
          </p:cNvSpPr>
          <p:nvPr>
            <p:ph type="title" hasCustomPrompt="1"/>
          </p:nvPr>
        </p:nvSpPr>
        <p:spPr>
          <a:xfrm>
            <a:off x="341996" y="706270"/>
            <a:ext cx="5590982" cy="2668643"/>
          </a:xfrm>
          <a:prstGeom prst="rect">
            <a:avLst/>
          </a:prstGeom>
          <a:noFill/>
        </p:spPr>
        <p:txBody>
          <a:bodyPr vert="horz" wrap="square" lIns="0" tIns="0" rIns="0" bIns="0" rtlCol="0" anchor="t" anchorCtr="0">
            <a:noAutofit/>
          </a:bodyPr>
          <a:lstStyle>
            <a:lvl1pPr>
              <a:defRPr lang="en-US" sz="3460" spc="-36" baseline="0" dirty="0">
                <a:solidFill>
                  <a:srgbClr val="FFFFFF"/>
                </a:solidFill>
              </a:defRPr>
            </a:lvl1pPr>
          </a:lstStyle>
          <a:p>
            <a:pPr marL="0" lvl="0">
              <a:lnSpc>
                <a:spcPts val="4037"/>
              </a:lnSpc>
            </a:pPr>
            <a:r>
              <a:rPr lang="en-US"/>
              <a:t>Section title</a:t>
            </a:r>
          </a:p>
        </p:txBody>
      </p:sp>
    </p:spTree>
    <p:extLst>
      <p:ext uri="{BB962C8B-B14F-4D97-AF65-F5344CB8AC3E}">
        <p14:creationId xmlns:p14="http://schemas.microsoft.com/office/powerpoint/2010/main" val="1563217605"/>
      </p:ext>
    </p:extLst>
  </p:cSld>
  <p:clrMapOvr>
    <a:overrideClrMapping bg1="dk1" tx1="lt1" bg2="dk2" tx2="lt2" accent1="accent1" accent2="accent2" accent3="accent3" accent4="accent4" accent5="accent5" accent6="accent6" hlink="hlink" folHlink="folHlink"/>
  </p:clrMapOvr>
  <p:transition>
    <p:fade/>
  </p:transition>
  <p:hf sldNum="0" hdr="0" ftr="0" dt="0"/>
</p:sldLayout>
</file>

<file path=ppt/slideLayouts/slideLayout49.xml><?xml version="1.0" encoding="utf-8"?>
<p:sldLayout xmlns:a="http://schemas.openxmlformats.org/drawingml/2006/main" xmlns:r="http://schemas.openxmlformats.org/officeDocument/2006/relationships" xmlns:p="http://schemas.openxmlformats.org/presentationml/2006/main">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87937799"/>
      </p:ext>
    </p:extLst>
  </p:cSld>
  <p:clrMapOvr>
    <a:masterClrMapping/>
  </p:clrMapOvr>
  <p:transition>
    <p:fade/>
  </p:transition>
  <p:hf sldNum="0" hdr="0" ftr="0" dt="0"/>
  <p:extLst>
    <p:ext uri="{DCECCB84-F9BA-43D5-87BE-67443E8EF086}">
      <p15:sldGuideLst xmlns:p15="http://schemas.microsoft.com/office/powerpoint/2012/main">
        <p15:guide id="1" orient="horz" pos="1272">
          <p15:clr>
            <a:srgbClr val="5ACBF0"/>
          </p15:clr>
        </p15:guide>
        <p15:guide id="2" orient="horz" pos="904">
          <p15:clr>
            <a:srgbClr val="5ACBF0"/>
          </p15:clr>
        </p15:guide>
        <p15:guide id="3" orient="horz" pos="288">
          <p15:clr>
            <a:srgbClr val="5ACBF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cSld name="1_Title Slide">
    <p:bg>
      <p:bgPr>
        <a:solidFill>
          <a:srgbClr val="E8E6DF"/>
        </a:solidFill>
        <a:effectLst/>
      </p:bgPr>
    </p:bg>
    <p:spTree>
      <p:nvGrpSpPr>
        <p:cNvPr id="1" name=""/>
        <p:cNvGrpSpPr/>
        <p:nvPr/>
      </p:nvGrpSpPr>
      <p:grpSpPr>
        <a:xfrm>
          <a:off x="0" y="0"/>
          <a:ext cx="0" cy="0"/>
          <a:chOff x="0" y="0"/>
          <a:chExt cx="0" cy="0"/>
        </a:xfrm>
      </p:grpSpPr>
      <p:pic>
        <p:nvPicPr>
          <p:cNvPr id="7" name="MS logo gray - EMF" descr="Microsoft logo, gray text version">
            <a:extLst>
              <a:ext uri="{FF2B5EF4-FFF2-40B4-BE49-F238E27FC236}">
                <a16:creationId xmlns:a16="http://schemas.microsoft.com/office/drawing/2014/main" id="{7B930E7F-5B91-31B0-B67D-DB8C41E881CF}"/>
              </a:ext>
            </a:extLst>
          </p:cNvPr>
          <p:cNvPicPr>
            <a:picLocks noChangeAspect="1"/>
          </p:cNvPicPr>
          <p:nvPr/>
        </p:nvPicPr>
        <p:blipFill>
          <a:blip r:embed="rId2"/>
          <a:stretch>
            <a:fillRect/>
          </a:stretch>
        </p:blipFill>
        <p:spPr bwMode="black">
          <a:xfrm>
            <a:off x="438150" y="439342"/>
            <a:ext cx="1024830" cy="219456"/>
          </a:xfrm>
          <a:prstGeom prst="rect">
            <a:avLst/>
          </a:prstGeom>
        </p:spPr>
      </p:pic>
      <p:sp>
        <p:nvSpPr>
          <p:cNvPr id="3" name="Title 1">
            <a:extLst>
              <a:ext uri="{FF2B5EF4-FFF2-40B4-BE49-F238E27FC236}">
                <a16:creationId xmlns:a16="http://schemas.microsoft.com/office/drawing/2014/main" id="{3E21C31D-925C-53B5-2E40-C54FF245B41E}"/>
              </a:ext>
            </a:extLst>
          </p:cNvPr>
          <p:cNvSpPr>
            <a:spLocks noGrp="1"/>
          </p:cNvSpPr>
          <p:nvPr>
            <p:ph type="title" hasCustomPrompt="1"/>
          </p:nvPr>
        </p:nvSpPr>
        <p:spPr>
          <a:xfrm>
            <a:off x="427435" y="2680113"/>
            <a:ext cx="4265216" cy="814967"/>
          </a:xfrm>
          <a:noFill/>
        </p:spPr>
        <p:txBody>
          <a:bodyPr wrap="square" lIns="0" tIns="0" rIns="0" bIns="0" anchor="b" anchorCtr="0">
            <a:spAutoFit/>
          </a:bodyPr>
          <a:lstStyle>
            <a:lvl1pPr>
              <a:defRPr sz="2942" b="0" i="0" spc="-37" baseline="0">
                <a:solidFill>
                  <a:schemeClr val="tx1"/>
                </a:solidFill>
                <a:latin typeface="+mn-lt"/>
                <a:cs typeface="Segoe UI" panose="020B0502040204020203" pitchFamily="34" charset="0"/>
              </a:defRPr>
            </a:lvl1pPr>
          </a:lstStyle>
          <a:p>
            <a:r>
              <a:rPr lang="en-US"/>
              <a:t>Event name or </a:t>
            </a:r>
            <a:br>
              <a:rPr lang="en-US"/>
            </a:br>
            <a:r>
              <a:rPr lang="en-US"/>
              <a:t>presentation title </a:t>
            </a:r>
          </a:p>
        </p:txBody>
      </p:sp>
      <p:sp>
        <p:nvSpPr>
          <p:cNvPr id="6" name="Text Placeholder 4">
            <a:extLst>
              <a:ext uri="{FF2B5EF4-FFF2-40B4-BE49-F238E27FC236}">
                <a16:creationId xmlns:a16="http://schemas.microsoft.com/office/drawing/2014/main" id="{1DDA2A08-4E66-0E3E-D138-C376487FF5F2}"/>
              </a:ext>
            </a:extLst>
          </p:cNvPr>
          <p:cNvSpPr>
            <a:spLocks noGrp="1"/>
          </p:cNvSpPr>
          <p:nvPr>
            <p:ph type="body" sz="quarter" idx="13" hasCustomPrompt="1"/>
          </p:nvPr>
        </p:nvSpPr>
        <p:spPr>
          <a:xfrm>
            <a:off x="3567113" y="4834890"/>
            <a:ext cx="1234440" cy="115416"/>
          </a:xfrm>
          <a:prstGeom prst="rect">
            <a:avLst/>
          </a:prstGeom>
          <a:noFill/>
        </p:spPr>
        <p:txBody>
          <a:bodyPr wrap="square" lIns="0" tIns="0" rIns="0" bIns="0">
            <a:spAutoFit/>
          </a:bodyPr>
          <a:lstStyle>
            <a:lvl1pPr marL="0" indent="0">
              <a:spcBef>
                <a:spcPts val="0"/>
              </a:spcBef>
              <a:buNone/>
              <a:defRPr sz="735" spc="0" baseline="0">
                <a:solidFill>
                  <a:schemeClr val="tx1"/>
                </a:solidFill>
                <a:latin typeface="+mn-lt"/>
                <a:cs typeface="Segoe UI" panose="020B0502040204020203" pitchFamily="34" charset="0"/>
              </a:defRPr>
            </a:lvl1pPr>
          </a:lstStyle>
          <a:p>
            <a:pPr lvl="0"/>
            <a:r>
              <a:rPr lang="en-US"/>
              <a:t>Date</a:t>
            </a:r>
          </a:p>
        </p:txBody>
      </p:sp>
      <p:sp>
        <p:nvSpPr>
          <p:cNvPr id="2" name="Footer Placeholder 2">
            <a:extLst>
              <a:ext uri="{FF2B5EF4-FFF2-40B4-BE49-F238E27FC236}">
                <a16:creationId xmlns:a16="http://schemas.microsoft.com/office/drawing/2014/main" id="{85BED6C2-A7E0-FF4A-9938-5E97C08B8C9F}"/>
              </a:ext>
            </a:extLst>
          </p:cNvPr>
          <p:cNvSpPr txBox="1">
            <a:spLocks/>
          </p:cNvSpPr>
          <p:nvPr/>
        </p:nvSpPr>
        <p:spPr>
          <a:xfrm>
            <a:off x="434579"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18408691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1_Section slide">
    <p:bg>
      <p:bgPr>
        <a:solidFill>
          <a:srgbClr val="E8E6DF"/>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427435" y="2592639"/>
            <a:ext cx="4758929" cy="407484"/>
          </a:xfrm>
          <a:noFill/>
        </p:spPr>
        <p:txBody>
          <a:bodyPr wrap="square" lIns="0" tIns="0" rIns="0" bIns="0" anchor="b" anchorCtr="0">
            <a:spAutoFit/>
          </a:bodyPr>
          <a:lstStyle>
            <a:lvl1pPr>
              <a:defRPr sz="2942" b="0" i="0" spc="-37" baseline="0">
                <a:solidFill>
                  <a:schemeClr val="tx1"/>
                </a:solidFill>
                <a:latin typeface="+mn-lt"/>
                <a:cs typeface="Segoe UI" panose="020B0502040204020203" pitchFamily="34" charset="0"/>
              </a:defRPr>
            </a:lvl1pPr>
          </a:lstStyle>
          <a:p>
            <a:r>
              <a:rPr lang="en-US"/>
              <a:t>Section divider title</a:t>
            </a:r>
          </a:p>
        </p:txBody>
      </p:sp>
    </p:spTree>
    <p:extLst>
      <p:ext uri="{BB962C8B-B14F-4D97-AF65-F5344CB8AC3E}">
        <p14:creationId xmlns:p14="http://schemas.microsoft.com/office/powerpoint/2010/main" val="68780803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Agenda_1-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441197" y="438913"/>
            <a:ext cx="6144768" cy="369332"/>
          </a:xfrm>
        </p:spPr>
        <p:txBody>
          <a:bodyPr/>
          <a:lstStyle>
            <a:lvl1pPr>
              <a:defRPr sz="2353" b="0" i="0">
                <a:solidFill>
                  <a:schemeClr val="tx1"/>
                </a:solidFill>
                <a:latin typeface="+mj-lt"/>
                <a:cs typeface="Segoe UI Semibold" panose="020B0502040204020203" pitchFamily="34" charset="0"/>
              </a:defRPr>
            </a:lvl1pPr>
          </a:lstStyle>
          <a:p>
            <a:r>
              <a:rPr lang="en-US"/>
              <a:t>Agenda</a:t>
            </a:r>
          </a:p>
        </p:txBody>
      </p:sp>
      <p:sp>
        <p:nvSpPr>
          <p:cNvPr id="3" name="Text Placeholder 3">
            <a:extLst>
              <a:ext uri="{FF2B5EF4-FFF2-40B4-BE49-F238E27FC236}">
                <a16:creationId xmlns:a16="http://schemas.microsoft.com/office/drawing/2014/main" id="{CAC2502E-5D9F-F851-3464-EDB3AAD612FA}"/>
              </a:ext>
            </a:extLst>
          </p:cNvPr>
          <p:cNvSpPr>
            <a:spLocks noGrp="1"/>
          </p:cNvSpPr>
          <p:nvPr>
            <p:ph type="body" sz="quarter" idx="15"/>
          </p:nvPr>
        </p:nvSpPr>
        <p:spPr>
          <a:xfrm>
            <a:off x="439793" y="1363633"/>
            <a:ext cx="3775021" cy="433645"/>
          </a:xfrm>
          <a:prstGeom prst="rect">
            <a:avLst/>
          </a:prstGeom>
        </p:spPr>
        <p:txBody>
          <a:bodyPr wrap="square">
            <a:spAutoFit/>
          </a:bodyPr>
          <a:lstStyle>
            <a:lvl1pPr marL="158773" indent="-158773">
              <a:lnSpc>
                <a:spcPct val="100000"/>
              </a:lnSpc>
              <a:spcBef>
                <a:spcPts val="0"/>
              </a:spcBef>
              <a:spcAft>
                <a:spcPts val="882"/>
              </a:spcAft>
              <a:buFont typeface="Arial" panose="020B0604020202020204" pitchFamily="34" charset="0"/>
              <a:buChar char="•"/>
              <a:defRPr sz="1618">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Tree>
    <p:extLst>
      <p:ext uri="{BB962C8B-B14F-4D97-AF65-F5344CB8AC3E}">
        <p14:creationId xmlns:p14="http://schemas.microsoft.com/office/powerpoint/2010/main" val="661734841"/>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p15:clr>
            <a:srgbClr val="954F72"/>
          </p15:clr>
        </p15:guide>
        <p15:guide id="40" pos="3840">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3_Agenda_2-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441197" y="438913"/>
            <a:ext cx="6144768" cy="369332"/>
          </a:xfrm>
        </p:spPr>
        <p:txBody>
          <a:bodyPr/>
          <a:lstStyle>
            <a:lvl1pPr>
              <a:defRPr sz="2353" b="0" i="0">
                <a:solidFill>
                  <a:schemeClr val="tx1"/>
                </a:solidFill>
                <a:latin typeface="+mj-lt"/>
                <a:cs typeface="Segoe UI Semibold" panose="020B0502040204020203" pitchFamily="34" charset="0"/>
              </a:defRPr>
            </a:lvl1pPr>
          </a:lstStyle>
          <a:p>
            <a:r>
              <a:rPr lang="en-US"/>
              <a:t>Agenda</a:t>
            </a:r>
          </a:p>
        </p:txBody>
      </p:sp>
      <p:cxnSp>
        <p:nvCxnSpPr>
          <p:cNvPr id="4" name="Straight Connector 3">
            <a:extLst>
              <a:ext uri="{FF2B5EF4-FFF2-40B4-BE49-F238E27FC236}">
                <a16:creationId xmlns:a16="http://schemas.microsoft.com/office/drawing/2014/main" id="{F340DCC4-9FA9-09C4-BB96-6B9979AA256C}"/>
              </a:ext>
              <a:ext uri="{C183D7F6-B498-43B3-948B-1728B52AA6E4}">
                <adec:decorative xmlns:adec="http://schemas.microsoft.com/office/drawing/2017/decorative" val="1"/>
              </a:ext>
            </a:extLst>
          </p:cNvPr>
          <p:cNvCxnSpPr>
            <a:cxnSpLocks/>
          </p:cNvCxnSpPr>
          <p:nvPr/>
        </p:nvCxnSpPr>
        <p:spPr>
          <a:xfrm>
            <a:off x="438912" y="966788"/>
            <a:ext cx="2386584" cy="0"/>
          </a:xfrm>
          <a:prstGeom prst="line">
            <a:avLst/>
          </a:prstGeom>
          <a:ln w="76200" cap="rnd">
            <a:gradFill>
              <a:gsLst>
                <a:gs pos="0">
                  <a:schemeClr val="accent3"/>
                </a:gs>
                <a:gs pos="97531">
                  <a:srgbClr val="8DC8E8"/>
                </a:gs>
                <a:gs pos="48000">
                  <a:schemeClr val="accent2"/>
                </a:gs>
                <a:gs pos="22000">
                  <a:srgbClr val="F4364C"/>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 name="Text Placeholder 3">
            <a:extLst>
              <a:ext uri="{FF2B5EF4-FFF2-40B4-BE49-F238E27FC236}">
                <a16:creationId xmlns:a16="http://schemas.microsoft.com/office/drawing/2014/main" id="{4D82F77F-F413-CFB2-A490-42936771DAD7}"/>
              </a:ext>
            </a:extLst>
          </p:cNvPr>
          <p:cNvSpPr>
            <a:spLocks noGrp="1"/>
          </p:cNvSpPr>
          <p:nvPr>
            <p:ph type="body" sz="quarter" idx="17"/>
          </p:nvPr>
        </p:nvSpPr>
        <p:spPr>
          <a:xfrm>
            <a:off x="439793" y="1363633"/>
            <a:ext cx="3539771" cy="248979"/>
          </a:xfrm>
          <a:prstGeom prst="rect">
            <a:avLst/>
          </a:prstGeom>
        </p:spPr>
        <p:txBody>
          <a:bodyPr vert="horz" wrap="square" lIns="0" tIns="0" rIns="0" bIns="0" rtlCol="0">
            <a:spAutoFit/>
          </a:bodyPr>
          <a:lstStyle>
            <a:lvl1pPr>
              <a:defRPr lang="en-US" sz="1618"/>
            </a:lvl1pPr>
          </a:lstStyle>
          <a:p>
            <a:pPr marL="158773" lvl="0" indent="-158773">
              <a:spcBef>
                <a:spcPts val="0"/>
              </a:spcBef>
              <a:spcAft>
                <a:spcPts val="882"/>
              </a:spcAft>
            </a:pPr>
            <a:r>
              <a:rPr lang="en-US"/>
              <a:t>Click to edit Master text styles</a:t>
            </a:r>
          </a:p>
        </p:txBody>
      </p:sp>
      <p:sp>
        <p:nvSpPr>
          <p:cNvPr id="6" name="Text Placeholder 3">
            <a:extLst>
              <a:ext uri="{FF2B5EF4-FFF2-40B4-BE49-F238E27FC236}">
                <a16:creationId xmlns:a16="http://schemas.microsoft.com/office/drawing/2014/main" id="{6F9FBD2C-38D6-C1BF-620A-300B1F4C5CF2}"/>
              </a:ext>
            </a:extLst>
          </p:cNvPr>
          <p:cNvSpPr>
            <a:spLocks noGrp="1"/>
          </p:cNvSpPr>
          <p:nvPr>
            <p:ph type="body" sz="quarter" idx="18"/>
          </p:nvPr>
        </p:nvSpPr>
        <p:spPr>
          <a:xfrm>
            <a:off x="5168505" y="1363633"/>
            <a:ext cx="3539771" cy="248979"/>
          </a:xfrm>
          <a:prstGeom prst="rect">
            <a:avLst/>
          </a:prstGeom>
        </p:spPr>
        <p:txBody>
          <a:bodyPr vert="horz" wrap="square" lIns="0" tIns="0" rIns="0" bIns="0" rtlCol="0">
            <a:spAutoFit/>
          </a:bodyPr>
          <a:lstStyle>
            <a:lvl1pPr>
              <a:defRPr lang="en-US" sz="1618"/>
            </a:lvl1pPr>
          </a:lstStyle>
          <a:p>
            <a:pPr marL="158773" lvl="0" indent="-158773">
              <a:spcBef>
                <a:spcPts val="0"/>
              </a:spcBef>
              <a:spcAft>
                <a:spcPts val="882"/>
              </a:spcAft>
            </a:pPr>
            <a:r>
              <a:rPr lang="en-US"/>
              <a:t>Click to edit Master text styles</a:t>
            </a:r>
          </a:p>
        </p:txBody>
      </p:sp>
    </p:spTree>
    <p:extLst>
      <p:ext uri="{BB962C8B-B14F-4D97-AF65-F5344CB8AC3E}">
        <p14:creationId xmlns:p14="http://schemas.microsoft.com/office/powerpoint/2010/main" val="1433219370"/>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p15:clr>
            <a:srgbClr val="954F72"/>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Presenter-BIo">
    <p:bg>
      <p:bgPr>
        <a:solidFill>
          <a:srgbClr val="E8E6D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8AA94852-62BE-D975-5820-B3227B110B53}"/>
              </a:ext>
            </a:extLst>
          </p:cNvPr>
          <p:cNvSpPr/>
          <p:nvPr/>
        </p:nvSpPr>
        <p:spPr bwMode="auto">
          <a:xfrm>
            <a:off x="1" y="0"/>
            <a:ext cx="5277050" cy="5143500"/>
          </a:xfrm>
          <a:prstGeom prst="rect">
            <a:avLst/>
          </a:prstGeom>
          <a:solidFill>
            <a:srgbClr val="F4F3F5"/>
          </a:solidFill>
          <a:ln w="9525" cap="flat" cmpd="sng" algn="ctr">
            <a:noFill/>
            <a:prstDash val="solid"/>
            <a:headEnd type="none" w="med" len="med"/>
            <a:tailEnd type="none" w="med" len="med"/>
          </a:ln>
          <a:effectLst/>
        </p:spPr>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471"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6" y="438913"/>
            <a:ext cx="4311779"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D63B5AFD-1A0C-9C6A-B579-7F4B7918234D}"/>
              </a:ext>
            </a:extLst>
          </p:cNvPr>
          <p:cNvSpPr>
            <a:spLocks noGrp="1"/>
          </p:cNvSpPr>
          <p:nvPr>
            <p:ph type="pic" sz="quarter" idx="19"/>
          </p:nvPr>
        </p:nvSpPr>
        <p:spPr bwMode="ltGray">
          <a:xfrm>
            <a:off x="5665943" y="2875301"/>
            <a:ext cx="802386" cy="802386"/>
          </a:xfrm>
          <a:prstGeom prst="rect">
            <a:avLst/>
          </a:prstGeom>
          <a:solidFill>
            <a:srgbClr val="F4F4F7"/>
          </a:solidFill>
        </p:spPr>
        <p:txBody>
          <a:bodyPr lIns="0" tIns="0" rIns="0" bIns="0" anchor="ctr" anchorCtr="0">
            <a:noAutofit/>
          </a:bodyPr>
          <a:lstStyle>
            <a:lvl1pPr marL="0" indent="0" algn="ctr">
              <a:lnSpc>
                <a:spcPct val="100000"/>
              </a:lnSpc>
              <a:buNone/>
              <a:defRPr sz="662"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78B296A1-E2FF-6AD0-056E-6FFA0EA08B6A}"/>
              </a:ext>
            </a:extLst>
          </p:cNvPr>
          <p:cNvSpPr>
            <a:spLocks noGrp="1"/>
          </p:cNvSpPr>
          <p:nvPr>
            <p:ph type="pic" sz="quarter" idx="30"/>
          </p:nvPr>
        </p:nvSpPr>
        <p:spPr bwMode="ltGray">
          <a:xfrm>
            <a:off x="7926546" y="2875301"/>
            <a:ext cx="802386" cy="802386"/>
          </a:xfrm>
          <a:prstGeom prst="rect">
            <a:avLst/>
          </a:prstGeom>
          <a:solidFill>
            <a:srgbClr val="F4F4F7"/>
          </a:solidFill>
        </p:spPr>
        <p:txBody>
          <a:bodyPr lIns="0" tIns="0" rIns="0" bIns="0" anchor="ctr" anchorCtr="0">
            <a:noAutofit/>
          </a:bodyPr>
          <a:lstStyle>
            <a:lvl1pPr marL="0" indent="0" algn="ctr">
              <a:lnSpc>
                <a:spcPct val="100000"/>
              </a:lnSpc>
              <a:buNone/>
              <a:defRPr sz="662"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D58F4ACC-A223-94FA-AF57-8B62501B059F}"/>
              </a:ext>
            </a:extLst>
          </p:cNvPr>
          <p:cNvSpPr>
            <a:spLocks noGrp="1"/>
          </p:cNvSpPr>
          <p:nvPr>
            <p:ph type="pic" sz="quarter" idx="31"/>
          </p:nvPr>
        </p:nvSpPr>
        <p:spPr bwMode="ltGray">
          <a:xfrm>
            <a:off x="6796244" y="2875301"/>
            <a:ext cx="802386" cy="802386"/>
          </a:xfrm>
          <a:prstGeom prst="rect">
            <a:avLst/>
          </a:prstGeom>
          <a:solidFill>
            <a:srgbClr val="F4F4F7"/>
          </a:solidFill>
        </p:spPr>
        <p:txBody>
          <a:bodyPr lIns="0" tIns="0" rIns="0" bIns="0" anchor="ctr" anchorCtr="0">
            <a:noAutofit/>
          </a:bodyPr>
          <a:lstStyle>
            <a:lvl1pPr marL="0" indent="0" algn="ctr">
              <a:lnSpc>
                <a:spcPct val="100000"/>
              </a:lnSpc>
              <a:buNone/>
              <a:defRPr sz="662"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88133D48-744E-F029-079E-2E16C2809895}"/>
              </a:ext>
            </a:extLst>
          </p:cNvPr>
          <p:cNvSpPr>
            <a:spLocks noGrp="1"/>
          </p:cNvSpPr>
          <p:nvPr>
            <p:ph type="pic" sz="quarter" idx="32"/>
          </p:nvPr>
        </p:nvSpPr>
        <p:spPr bwMode="ltGray">
          <a:xfrm>
            <a:off x="5665943" y="3899392"/>
            <a:ext cx="802386" cy="802386"/>
          </a:xfrm>
          <a:prstGeom prst="rect">
            <a:avLst/>
          </a:prstGeom>
          <a:solidFill>
            <a:srgbClr val="F4F4F7"/>
          </a:solidFill>
        </p:spPr>
        <p:txBody>
          <a:bodyPr lIns="0" tIns="0" rIns="0" bIns="0" anchor="ctr" anchorCtr="0">
            <a:noAutofit/>
          </a:bodyPr>
          <a:lstStyle>
            <a:lvl1pPr marL="0" indent="0" algn="ctr">
              <a:lnSpc>
                <a:spcPct val="100000"/>
              </a:lnSpc>
              <a:buNone/>
              <a:defRPr sz="662"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09D3DDE-EAFB-B57D-9147-8827F7743E1A}"/>
              </a:ext>
            </a:extLst>
          </p:cNvPr>
          <p:cNvSpPr>
            <a:spLocks noGrp="1"/>
          </p:cNvSpPr>
          <p:nvPr>
            <p:ph type="pic" sz="quarter" idx="33"/>
          </p:nvPr>
        </p:nvSpPr>
        <p:spPr bwMode="ltGray">
          <a:xfrm>
            <a:off x="7926546" y="3899392"/>
            <a:ext cx="802386" cy="802386"/>
          </a:xfrm>
          <a:prstGeom prst="rect">
            <a:avLst/>
          </a:prstGeom>
          <a:solidFill>
            <a:srgbClr val="F4F4F7"/>
          </a:solidFill>
        </p:spPr>
        <p:txBody>
          <a:bodyPr lIns="0" tIns="0" rIns="0" bIns="0" anchor="ctr" anchorCtr="0">
            <a:noAutofit/>
          </a:bodyPr>
          <a:lstStyle>
            <a:lvl1pPr marL="0" indent="0" algn="ctr">
              <a:lnSpc>
                <a:spcPct val="100000"/>
              </a:lnSpc>
              <a:buNone/>
              <a:defRPr sz="662"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DFDB12BE-8B16-4DC3-C014-945C54E8CD7D}"/>
              </a:ext>
            </a:extLst>
          </p:cNvPr>
          <p:cNvSpPr>
            <a:spLocks noGrp="1"/>
          </p:cNvSpPr>
          <p:nvPr>
            <p:ph type="pic" sz="quarter" idx="34"/>
          </p:nvPr>
        </p:nvSpPr>
        <p:spPr bwMode="ltGray">
          <a:xfrm>
            <a:off x="6796244" y="3899392"/>
            <a:ext cx="802386" cy="802386"/>
          </a:xfrm>
          <a:prstGeom prst="rect">
            <a:avLst/>
          </a:prstGeom>
          <a:solidFill>
            <a:srgbClr val="F4F4F7"/>
          </a:solidFill>
        </p:spPr>
        <p:txBody>
          <a:bodyPr lIns="0" tIns="0" rIns="0" bIns="0" anchor="ctr" anchorCtr="0">
            <a:noAutofit/>
          </a:bodyPr>
          <a:lstStyle>
            <a:lvl1pPr marL="0" indent="0" algn="ctr">
              <a:lnSpc>
                <a:spcPct val="100000"/>
              </a:lnSpc>
              <a:buNone/>
              <a:defRPr sz="662"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50375802-7BB3-7A20-1210-E5FEEE1A56F8}"/>
              </a:ext>
            </a:extLst>
          </p:cNvPr>
          <p:cNvSpPr>
            <a:spLocks noGrp="1"/>
          </p:cNvSpPr>
          <p:nvPr>
            <p:ph type="pic" sz="quarter" idx="14" hasCustomPrompt="1"/>
          </p:nvPr>
        </p:nvSpPr>
        <p:spPr bwMode="ltGray">
          <a:xfrm>
            <a:off x="6123925" y="342900"/>
            <a:ext cx="2136776" cy="2155659"/>
          </a:xfrm>
          <a:prstGeom prst="roundRect">
            <a:avLst>
              <a:gd name="adj" fmla="val 21738"/>
            </a:avLst>
          </a:prstGeom>
          <a:blipFill>
            <a:blip r:embed="rId2"/>
            <a:stretch>
              <a:fillRect/>
            </a:stretch>
          </a:blipFill>
          <a:effectLst>
            <a:outerShdw blurRad="314198" dist="111760" dir="8040000" algn="ctr" rotWithShape="0">
              <a:schemeClr val="tx1">
                <a:alpha val="22000"/>
              </a:schemeClr>
            </a:outerShdw>
          </a:effectLst>
        </p:spPr>
        <p:txBody>
          <a:bodyPr lIns="0" tIns="0" rIns="0" bIns="1005840" anchor="ctr" anchorCtr="0">
            <a:noAutofit/>
          </a:bodyPr>
          <a:lstStyle>
            <a:lvl1pPr marL="0" indent="0" algn="ctr">
              <a:lnSpc>
                <a:spcPct val="100000"/>
              </a:lnSpc>
              <a:buNone/>
              <a:defRPr sz="471" b="1">
                <a:solidFill>
                  <a:srgbClr val="000000"/>
                </a:solidFill>
                <a:latin typeface="+mn-lt"/>
                <a:cs typeface="Segoe UI" panose="020B0502040204020203" pitchFamily="34" charset="0"/>
              </a:defRPr>
            </a:lvl1pPr>
          </a:lstStyle>
          <a:p>
            <a:r>
              <a:rPr lang="en-US" dirty="0"/>
              <a:t>Click icon to </a:t>
            </a:r>
            <a:br>
              <a:rPr lang="en-US" dirty="0"/>
            </a:br>
            <a:r>
              <a:rPr lang="en-US" dirty="0"/>
              <a:t>add your picture here</a:t>
            </a:r>
          </a:p>
        </p:txBody>
      </p:sp>
      <p:sp>
        <p:nvSpPr>
          <p:cNvPr id="7" name="Footer Placeholder 2">
            <a:extLst>
              <a:ext uri="{FF2B5EF4-FFF2-40B4-BE49-F238E27FC236}">
                <a16:creationId xmlns:a16="http://schemas.microsoft.com/office/drawing/2014/main" id="{FEE9CA35-7E2C-1B90-FD18-D2DBFD0DA24A}"/>
              </a:ext>
            </a:extLst>
          </p:cNvPr>
          <p:cNvSpPr txBox="1">
            <a:spLocks/>
          </p:cNvSpPr>
          <p:nvPr/>
        </p:nvSpPr>
        <p:spPr>
          <a:xfrm>
            <a:off x="434579"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539878805"/>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Summary page_Big headline_Learn">
    <p:bg>
      <p:bgPr>
        <a:solidFill>
          <a:srgbClr val="E8E6D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1361096-DA6C-ED52-FA05-5031C6CAB2F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9144000" cy="5143500"/>
          </a:xfrm>
          <a:prstGeom prst="rect">
            <a:avLst/>
          </a:prstGeom>
        </p:spPr>
      </p:pic>
      <p:sp>
        <p:nvSpPr>
          <p:cNvPr id="5" name="Title 4">
            <a:extLst>
              <a:ext uri="{FF2B5EF4-FFF2-40B4-BE49-F238E27FC236}">
                <a16:creationId xmlns:a16="http://schemas.microsoft.com/office/drawing/2014/main" id="{22E59AFC-909D-1098-D672-A384B97467B1}"/>
              </a:ext>
            </a:extLst>
          </p:cNvPr>
          <p:cNvSpPr>
            <a:spLocks noGrp="1"/>
          </p:cNvSpPr>
          <p:nvPr>
            <p:ph type="title" hasCustomPrompt="1"/>
          </p:nvPr>
        </p:nvSpPr>
        <p:spPr>
          <a:xfrm>
            <a:off x="393812" y="1836047"/>
            <a:ext cx="7822693" cy="761747"/>
          </a:xfrm>
        </p:spPr>
        <p:txBody>
          <a:bodyPr anchor="b" anchorCtr="0"/>
          <a:lstStyle>
            <a:lvl1pPr>
              <a:defRPr sz="4854" spc="-74" baseline="0">
                <a:latin typeface="+mn-lt"/>
              </a:defRPr>
            </a:lvl1pPr>
          </a:lstStyle>
          <a:p>
            <a:r>
              <a:rPr lang="en-US"/>
              <a:t>Big headline</a:t>
            </a:r>
          </a:p>
        </p:txBody>
      </p:sp>
      <p:sp>
        <p:nvSpPr>
          <p:cNvPr id="9" name="Text Placeholder 3">
            <a:extLst>
              <a:ext uri="{FF2B5EF4-FFF2-40B4-BE49-F238E27FC236}">
                <a16:creationId xmlns:a16="http://schemas.microsoft.com/office/drawing/2014/main" id="{EAE3F76B-93DD-2A11-C7C5-3051EECE9777}"/>
              </a:ext>
            </a:extLst>
          </p:cNvPr>
          <p:cNvSpPr>
            <a:spLocks noGrp="1"/>
          </p:cNvSpPr>
          <p:nvPr>
            <p:ph type="body" sz="quarter" idx="15"/>
          </p:nvPr>
        </p:nvSpPr>
        <p:spPr>
          <a:xfrm>
            <a:off x="439792" y="3208736"/>
            <a:ext cx="3534515"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195010" indent="-94143">
              <a:spcAft>
                <a:spcPts val="0"/>
              </a:spcAft>
              <a:buFont typeface="Arial" panose="020B0604020202020204" pitchFamily="34" charset="0"/>
              <a:buChar char="•"/>
              <a:defRPr>
                <a:solidFill>
                  <a:schemeClr val="tx1"/>
                </a:solidFill>
              </a:defRPr>
            </a:lvl2pPr>
            <a:lvl3pPr marL="282429" indent="-87418">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7477A8E4-EDF0-DDB3-8098-28D44E2342D6}"/>
              </a:ext>
            </a:extLst>
          </p:cNvPr>
          <p:cNvSpPr>
            <a:spLocks noGrp="1"/>
          </p:cNvSpPr>
          <p:nvPr>
            <p:ph type="body" sz="quarter" idx="16"/>
          </p:nvPr>
        </p:nvSpPr>
        <p:spPr>
          <a:xfrm>
            <a:off x="4684807" y="3208736"/>
            <a:ext cx="2824466" cy="1201547"/>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195010" indent="-94143">
              <a:spcAft>
                <a:spcPts val="0"/>
              </a:spcAft>
              <a:buFont typeface="Arial" panose="020B0604020202020204" pitchFamily="34" charset="0"/>
              <a:buChar char="•"/>
              <a:defRPr>
                <a:solidFill>
                  <a:schemeClr val="tx1"/>
                </a:solidFill>
              </a:defRPr>
            </a:lvl2pPr>
            <a:lvl3pPr marL="282429" indent="-87418">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2" name="Footer Placeholder 2">
            <a:extLst>
              <a:ext uri="{FF2B5EF4-FFF2-40B4-BE49-F238E27FC236}">
                <a16:creationId xmlns:a16="http://schemas.microsoft.com/office/drawing/2014/main" id="{89CAA6EA-34FD-6A61-2DD4-EAAB33642A7B}"/>
              </a:ext>
            </a:extLst>
          </p:cNvPr>
          <p:cNvSpPr txBox="1">
            <a:spLocks/>
          </p:cNvSpPr>
          <p:nvPr/>
        </p:nvSpPr>
        <p:spPr>
          <a:xfrm>
            <a:off x="434579"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850851660"/>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68">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36">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6" y="438913"/>
            <a:ext cx="8260106"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439792" y="1193292"/>
            <a:ext cx="8260106"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89740842"/>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1_Title and subhead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1"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11">
            <a:extLst>
              <a:ext uri="{FF2B5EF4-FFF2-40B4-BE49-F238E27FC236}">
                <a16:creationId xmlns:a16="http://schemas.microsoft.com/office/drawing/2014/main" id="{CA4E92E8-A50E-5AB4-8891-983AC58DB6A9}"/>
              </a:ext>
            </a:extLst>
          </p:cNvPr>
          <p:cNvSpPr>
            <a:spLocks noGrp="1"/>
          </p:cNvSpPr>
          <p:nvPr>
            <p:ph type="body" sz="quarter" idx="17"/>
          </p:nvPr>
        </p:nvSpPr>
        <p:spPr>
          <a:xfrm>
            <a:off x="438150" y="1040074"/>
            <a:ext cx="8258701" cy="433645"/>
          </a:xfrm>
          <a:prstGeom prst="rect">
            <a:avLst/>
          </a:prstGeom>
        </p:spPr>
        <p:txBody>
          <a:bodyPr anchor="t"/>
          <a:lstStyle>
            <a:lvl1pPr marL="0" indent="0">
              <a:spcBef>
                <a:spcPts val="0"/>
              </a:spcBef>
              <a:buNone/>
              <a:defRPr sz="1618">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3663388388"/>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1_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1"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5" name="Text Placeholder 11">
            <a:extLst>
              <a:ext uri="{FF2B5EF4-FFF2-40B4-BE49-F238E27FC236}">
                <a16:creationId xmlns:a16="http://schemas.microsoft.com/office/drawing/2014/main" id="{A790AA64-2857-089A-38D7-2F214254E968}"/>
              </a:ext>
            </a:extLst>
          </p:cNvPr>
          <p:cNvSpPr>
            <a:spLocks noGrp="1"/>
          </p:cNvSpPr>
          <p:nvPr>
            <p:ph type="body" sz="quarter" idx="17"/>
          </p:nvPr>
        </p:nvSpPr>
        <p:spPr>
          <a:xfrm>
            <a:off x="438150" y="1195616"/>
            <a:ext cx="4023168" cy="433645"/>
          </a:xfrm>
          <a:prstGeom prst="rect">
            <a:avLst/>
          </a:prstGeom>
        </p:spPr>
        <p:txBody>
          <a:bodyPr anchor="t"/>
          <a:lstStyle>
            <a:lvl1pPr marL="0" indent="0">
              <a:spcBef>
                <a:spcPts val="0"/>
              </a:spcBef>
              <a:buNone/>
              <a:defRPr sz="1618">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55AAAF14-6312-27D6-344A-FC49DD3F1116}"/>
              </a:ext>
            </a:extLst>
          </p:cNvPr>
          <p:cNvSpPr>
            <a:spLocks noGrp="1"/>
          </p:cNvSpPr>
          <p:nvPr>
            <p:ph type="body" sz="quarter" idx="15"/>
          </p:nvPr>
        </p:nvSpPr>
        <p:spPr>
          <a:xfrm>
            <a:off x="439793" y="1564324"/>
            <a:ext cx="402148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702381218"/>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2-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12" name="Text Placeholder 3">
            <a:extLst>
              <a:ext uri="{FF2B5EF4-FFF2-40B4-BE49-F238E27FC236}">
                <a16:creationId xmlns:a16="http://schemas.microsoft.com/office/drawing/2014/main" id="{53CBC165-170D-08C9-3B02-A3330AE9A5C6}"/>
              </a:ext>
            </a:extLst>
          </p:cNvPr>
          <p:cNvSpPr>
            <a:spLocks noGrp="1"/>
          </p:cNvSpPr>
          <p:nvPr>
            <p:ph type="body" sz="quarter" idx="15"/>
          </p:nvPr>
        </p:nvSpPr>
        <p:spPr>
          <a:xfrm>
            <a:off x="439792" y="1193292"/>
            <a:ext cx="3913133"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201735" indent="-100867">
              <a:spcAft>
                <a:spcPts val="0"/>
              </a:spcAft>
              <a:buFont typeface="Arial" panose="020B0604020202020204" pitchFamily="34" charset="0"/>
              <a:buChar char="•"/>
              <a:defRPr>
                <a:solidFill>
                  <a:schemeClr val="tx1"/>
                </a:solidFill>
              </a:defRPr>
            </a:lvl2pPr>
            <a:lvl3pPr marL="302602" indent="-100867">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3">
            <a:extLst>
              <a:ext uri="{FF2B5EF4-FFF2-40B4-BE49-F238E27FC236}">
                <a16:creationId xmlns:a16="http://schemas.microsoft.com/office/drawing/2014/main" id="{7382E19E-C6C9-5DF7-1994-AFE741475188}"/>
              </a:ext>
            </a:extLst>
          </p:cNvPr>
          <p:cNvSpPr>
            <a:spLocks noGrp="1"/>
          </p:cNvSpPr>
          <p:nvPr>
            <p:ph type="body" sz="quarter" idx="20"/>
          </p:nvPr>
        </p:nvSpPr>
        <p:spPr>
          <a:xfrm>
            <a:off x="4690248" y="1193292"/>
            <a:ext cx="3890330"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201735" indent="-100867">
              <a:spcAft>
                <a:spcPts val="0"/>
              </a:spcAft>
              <a:buFont typeface="Arial" panose="020B0604020202020204" pitchFamily="34" charset="0"/>
              <a:buChar char="•"/>
              <a:defRPr>
                <a:solidFill>
                  <a:schemeClr val="tx1"/>
                </a:solidFill>
              </a:defRPr>
            </a:lvl2pPr>
            <a:lvl3pPr marL="302602" indent="-100867">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362235464"/>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88">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2-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7" name="Text Placeholder 11">
            <a:extLst>
              <a:ext uri="{FF2B5EF4-FFF2-40B4-BE49-F238E27FC236}">
                <a16:creationId xmlns:a16="http://schemas.microsoft.com/office/drawing/2014/main" id="{B99DE518-C598-A940-A59E-AD0A05432BA4}"/>
              </a:ext>
            </a:extLst>
          </p:cNvPr>
          <p:cNvSpPr>
            <a:spLocks noGrp="1"/>
          </p:cNvSpPr>
          <p:nvPr>
            <p:ph type="body" sz="quarter" idx="16"/>
          </p:nvPr>
        </p:nvSpPr>
        <p:spPr>
          <a:xfrm>
            <a:off x="438150" y="1195616"/>
            <a:ext cx="3914775" cy="433645"/>
          </a:xfrm>
          <a:prstGeom prst="rect">
            <a:avLst/>
          </a:prstGeom>
        </p:spPr>
        <p:txBody>
          <a:bodyPr anchor="t"/>
          <a:lstStyle>
            <a:lvl1pPr marL="0" indent="0">
              <a:spcBef>
                <a:spcPts val="0"/>
              </a:spcBef>
              <a:buNone/>
              <a:defRPr sz="1618">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24E25ABE-71E1-BA48-6C8C-383755934901}"/>
              </a:ext>
            </a:extLst>
          </p:cNvPr>
          <p:cNvSpPr>
            <a:spLocks noGrp="1"/>
          </p:cNvSpPr>
          <p:nvPr>
            <p:ph type="body" sz="quarter" idx="15"/>
          </p:nvPr>
        </p:nvSpPr>
        <p:spPr>
          <a:xfrm>
            <a:off x="439792" y="1564324"/>
            <a:ext cx="3913133"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8" name="Text Placeholder 11">
            <a:extLst>
              <a:ext uri="{FF2B5EF4-FFF2-40B4-BE49-F238E27FC236}">
                <a16:creationId xmlns:a16="http://schemas.microsoft.com/office/drawing/2014/main" id="{1B7E7F6E-4D9D-5F8C-A5F0-526CA973BE99}"/>
              </a:ext>
            </a:extLst>
          </p:cNvPr>
          <p:cNvSpPr>
            <a:spLocks noGrp="1"/>
          </p:cNvSpPr>
          <p:nvPr>
            <p:ph type="body" sz="quarter" idx="19"/>
          </p:nvPr>
        </p:nvSpPr>
        <p:spPr>
          <a:xfrm>
            <a:off x="4683165" y="1195616"/>
            <a:ext cx="3914775" cy="433645"/>
          </a:xfrm>
          <a:prstGeom prst="rect">
            <a:avLst/>
          </a:prstGeom>
        </p:spPr>
        <p:txBody>
          <a:bodyPr anchor="t"/>
          <a:lstStyle>
            <a:lvl1pPr marL="0" indent="0">
              <a:spcBef>
                <a:spcPts val="0"/>
              </a:spcBef>
              <a:buNone/>
              <a:defRPr sz="1618">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37DAE155-2008-5357-51E8-E6B1FA7558C2}"/>
              </a:ext>
            </a:extLst>
          </p:cNvPr>
          <p:cNvSpPr>
            <a:spLocks noGrp="1"/>
          </p:cNvSpPr>
          <p:nvPr>
            <p:ph type="body" sz="quarter" idx="20"/>
          </p:nvPr>
        </p:nvSpPr>
        <p:spPr>
          <a:xfrm>
            <a:off x="4690248" y="1564324"/>
            <a:ext cx="389033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172126904"/>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3-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F940B0D9-7832-B819-D230-4F210761A29F}"/>
              </a:ext>
            </a:extLst>
          </p:cNvPr>
          <p:cNvSpPr>
            <a:spLocks noGrp="1"/>
          </p:cNvSpPr>
          <p:nvPr>
            <p:ph type="body" sz="quarter" idx="15"/>
          </p:nvPr>
        </p:nvSpPr>
        <p:spPr>
          <a:xfrm>
            <a:off x="439792" y="1193483"/>
            <a:ext cx="2609399"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9" name="Text Placeholder 3">
            <a:extLst>
              <a:ext uri="{FF2B5EF4-FFF2-40B4-BE49-F238E27FC236}">
                <a16:creationId xmlns:a16="http://schemas.microsoft.com/office/drawing/2014/main" id="{C0D492BA-29A5-F31A-7F93-39ADE3E5EDA1}"/>
              </a:ext>
            </a:extLst>
          </p:cNvPr>
          <p:cNvSpPr>
            <a:spLocks noGrp="1"/>
          </p:cNvSpPr>
          <p:nvPr>
            <p:ph type="body" sz="quarter" idx="16"/>
          </p:nvPr>
        </p:nvSpPr>
        <p:spPr>
          <a:xfrm>
            <a:off x="3272146" y="1193483"/>
            <a:ext cx="2609399"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36EDCFC9-DB25-88C3-92DA-E2554C14A27E}"/>
              </a:ext>
            </a:extLst>
          </p:cNvPr>
          <p:cNvSpPr>
            <a:spLocks noGrp="1"/>
          </p:cNvSpPr>
          <p:nvPr>
            <p:ph type="body" sz="quarter" idx="17"/>
          </p:nvPr>
        </p:nvSpPr>
        <p:spPr>
          <a:xfrm>
            <a:off x="6097642" y="1193483"/>
            <a:ext cx="2609399"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708102615"/>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3-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438151" y="1195616"/>
            <a:ext cx="2609303" cy="411010"/>
          </a:xfrm>
          <a:prstGeom prst="rect">
            <a:avLst/>
          </a:prstGeom>
        </p:spPr>
        <p:txBody>
          <a:bodyPr anchor="t"/>
          <a:lstStyle>
            <a:lvl1pPr marL="0" indent="0">
              <a:spcBef>
                <a:spcPts val="0"/>
              </a:spcBef>
              <a:buNone/>
              <a:defRPr sz="1471">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439794" y="1714501"/>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3268161" y="1195616"/>
            <a:ext cx="2609303" cy="411010"/>
          </a:xfrm>
          <a:prstGeom prst="rect">
            <a:avLst/>
          </a:prstGeom>
        </p:spPr>
        <p:txBody>
          <a:bodyPr anchor="t"/>
          <a:lstStyle>
            <a:lvl1pPr marL="0" indent="0">
              <a:spcBef>
                <a:spcPts val="0"/>
              </a:spcBef>
              <a:buNone/>
              <a:defRPr sz="1471">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3269804" y="1714501"/>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6098172" y="1195616"/>
            <a:ext cx="2609303" cy="411010"/>
          </a:xfrm>
          <a:prstGeom prst="rect">
            <a:avLst/>
          </a:prstGeom>
        </p:spPr>
        <p:txBody>
          <a:bodyPr anchor="t"/>
          <a:lstStyle>
            <a:lvl1pPr marL="0" indent="0">
              <a:spcBef>
                <a:spcPts val="0"/>
              </a:spcBef>
              <a:buNone/>
              <a:defRPr sz="1471">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6099814" y="1714501"/>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288895940"/>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3-column_Text_with Subheads-Ic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438151" y="1805885"/>
            <a:ext cx="2609303" cy="411010"/>
          </a:xfrm>
          <a:prstGeom prst="rect">
            <a:avLst/>
          </a:prstGeom>
        </p:spPr>
        <p:txBody>
          <a:bodyPr anchor="t"/>
          <a:lstStyle>
            <a:lvl1pPr marL="0" indent="0">
              <a:spcBef>
                <a:spcPts val="0"/>
              </a:spcBef>
              <a:buNone/>
              <a:defRPr sz="1471">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439794" y="2324769"/>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3268161" y="1805885"/>
            <a:ext cx="2609303" cy="411010"/>
          </a:xfrm>
          <a:prstGeom prst="rect">
            <a:avLst/>
          </a:prstGeom>
        </p:spPr>
        <p:txBody>
          <a:bodyPr anchor="t"/>
          <a:lstStyle>
            <a:lvl1pPr marL="0" indent="0">
              <a:spcBef>
                <a:spcPts val="0"/>
              </a:spcBef>
              <a:buNone/>
              <a:defRPr sz="1471">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3269804" y="2324769"/>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6098172" y="1805885"/>
            <a:ext cx="2609303" cy="411010"/>
          </a:xfrm>
          <a:prstGeom prst="rect">
            <a:avLst/>
          </a:prstGeom>
        </p:spPr>
        <p:txBody>
          <a:bodyPr anchor="t"/>
          <a:lstStyle>
            <a:lvl1pPr marL="0" indent="0">
              <a:spcBef>
                <a:spcPts val="0"/>
              </a:spcBef>
              <a:buNone/>
              <a:defRPr sz="1471">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6099814" y="2324769"/>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132564578"/>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2988">
          <p15:clr>
            <a:srgbClr val="FBAE40"/>
          </p15:clr>
        </p15:guide>
        <p15:guide id="42" pos="5352">
          <p15:clr>
            <a:srgbClr val="FBAE40"/>
          </p15:clr>
        </p15:guide>
        <p15:guide id="43" orient="horz" pos="1085">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2_3-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a:cxnSpLocks/>
          </p:cNvCxnSpPr>
          <p:nvPr/>
        </p:nvCxnSpPr>
        <p:spPr>
          <a:xfrm>
            <a:off x="1327" y="1531616"/>
            <a:ext cx="913178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438151" y="2246463"/>
            <a:ext cx="2609303" cy="411010"/>
          </a:xfrm>
          <a:prstGeom prst="rect">
            <a:avLst/>
          </a:prstGeom>
        </p:spPr>
        <p:txBody>
          <a:bodyPr anchor="t"/>
          <a:lstStyle>
            <a:lvl1pPr marL="0" indent="0" algn="ctr">
              <a:spcBef>
                <a:spcPts val="0"/>
              </a:spcBef>
              <a:buNone/>
              <a:defRPr sz="1471">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438151" y="2712373"/>
            <a:ext cx="2609303" cy="717119"/>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3268161" y="2246463"/>
            <a:ext cx="2609303" cy="411010"/>
          </a:xfrm>
          <a:prstGeom prst="rect">
            <a:avLst/>
          </a:prstGeom>
        </p:spPr>
        <p:txBody>
          <a:bodyPr anchor="t"/>
          <a:lstStyle>
            <a:lvl1pPr marL="0" indent="0" algn="ctr">
              <a:spcBef>
                <a:spcPts val="0"/>
              </a:spcBef>
              <a:buNone/>
              <a:defRPr sz="1471">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3269804" y="2712373"/>
            <a:ext cx="2608208" cy="717119"/>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6098172" y="2246463"/>
            <a:ext cx="2609303" cy="411010"/>
          </a:xfrm>
          <a:prstGeom prst="rect">
            <a:avLst/>
          </a:prstGeom>
        </p:spPr>
        <p:txBody>
          <a:bodyPr anchor="t"/>
          <a:lstStyle>
            <a:lvl1pPr marL="0" indent="0" algn="ctr">
              <a:spcBef>
                <a:spcPts val="0"/>
              </a:spcBef>
              <a:buNone/>
              <a:defRPr sz="1471">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6099814" y="2712373"/>
            <a:ext cx="2608208" cy="717119"/>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p:txBody>
      </p:sp>
    </p:spTree>
    <p:extLst>
      <p:ext uri="{BB962C8B-B14F-4D97-AF65-F5344CB8AC3E}">
        <p14:creationId xmlns:p14="http://schemas.microsoft.com/office/powerpoint/2010/main" val="1162900140"/>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3840">
          <p15:clr>
            <a:srgbClr val="FBAE40"/>
          </p15:clr>
        </p15:guide>
        <p15:guide id="42" pos="6216">
          <p15:clr>
            <a:srgbClr val="FBAE40"/>
          </p15:clr>
        </p15:guide>
        <p15:guide id="43" orient="horz" pos="1284">
          <p15:clr>
            <a:srgbClr val="FBAE40"/>
          </p15:clr>
        </p15:guide>
        <p15:guide id="44" pos="3940">
          <p15:clr>
            <a:srgbClr val="FBAE40"/>
          </p15:clr>
        </p15:guide>
        <p15:guide id="45" orient="horz" pos="2160">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4_4-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a:cxnSpLocks/>
          </p:cNvCxnSpPr>
          <p:nvPr/>
        </p:nvCxnSpPr>
        <p:spPr>
          <a:xfrm>
            <a:off x="1325" y="1531616"/>
            <a:ext cx="9141714"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438151" y="2246463"/>
            <a:ext cx="2609303" cy="411010"/>
          </a:xfrm>
          <a:prstGeom prst="rect">
            <a:avLst/>
          </a:prstGeom>
        </p:spPr>
        <p:txBody>
          <a:bodyPr anchor="t"/>
          <a:lstStyle>
            <a:lvl1pPr marL="0" indent="0" algn="ctr">
              <a:spcBef>
                <a:spcPts val="0"/>
              </a:spcBef>
              <a:buNone/>
              <a:defRPr sz="1471">
                <a:solidFill>
                  <a:schemeClr val="tx1"/>
                </a:solidFill>
                <a:latin typeface="+mj-lt"/>
              </a:defRPr>
            </a:lvl1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3268161" y="2246463"/>
            <a:ext cx="2609303" cy="411010"/>
          </a:xfrm>
          <a:prstGeom prst="rect">
            <a:avLst/>
          </a:prstGeom>
        </p:spPr>
        <p:txBody>
          <a:bodyPr anchor="t"/>
          <a:lstStyle>
            <a:lvl1pPr marL="0" indent="0" algn="ctr">
              <a:spcBef>
                <a:spcPts val="0"/>
              </a:spcBef>
              <a:buNone/>
              <a:defRPr sz="1471">
                <a:solidFill>
                  <a:schemeClr val="tx1"/>
                </a:solidFill>
                <a:latin typeface="+mj-lt"/>
              </a:defRPr>
            </a:lvl1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6098171" y="2246463"/>
            <a:ext cx="2609303" cy="411010"/>
          </a:xfrm>
          <a:prstGeom prst="rect">
            <a:avLst/>
          </a:prstGeom>
        </p:spPr>
        <p:txBody>
          <a:bodyPr anchor="t"/>
          <a:lstStyle>
            <a:lvl1pPr marL="0" indent="0" algn="ctr">
              <a:spcBef>
                <a:spcPts val="0"/>
              </a:spcBef>
              <a:buNone/>
              <a:defRPr sz="1471">
                <a:solidFill>
                  <a:schemeClr val="tx1"/>
                </a:solidFill>
                <a:latin typeface="+mj-lt"/>
              </a:defRPr>
            </a:lvl1pPr>
          </a:lstStyle>
          <a:p>
            <a:pPr lvl="0"/>
            <a:r>
              <a:rPr lang="en-US"/>
              <a:t>Click to edit Master text styles</a:t>
            </a:r>
          </a:p>
        </p:txBody>
      </p:sp>
      <p:sp>
        <p:nvSpPr>
          <p:cNvPr id="10" name="Text Placeholder 3">
            <a:extLst>
              <a:ext uri="{FF2B5EF4-FFF2-40B4-BE49-F238E27FC236}">
                <a16:creationId xmlns:a16="http://schemas.microsoft.com/office/drawing/2014/main" id="{244C1821-6346-D755-83F0-EC5D04C1AFA5}"/>
              </a:ext>
            </a:extLst>
          </p:cNvPr>
          <p:cNvSpPr>
            <a:spLocks noGrp="1"/>
          </p:cNvSpPr>
          <p:nvPr>
            <p:ph type="body" sz="quarter" idx="15"/>
          </p:nvPr>
        </p:nvSpPr>
        <p:spPr>
          <a:xfrm>
            <a:off x="438151" y="2712373"/>
            <a:ext cx="2609303" cy="717119"/>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15" name="Text Placeholder 3">
            <a:extLst>
              <a:ext uri="{FF2B5EF4-FFF2-40B4-BE49-F238E27FC236}">
                <a16:creationId xmlns:a16="http://schemas.microsoft.com/office/drawing/2014/main" id="{AE8BC1E6-3311-A73F-871A-923C49C012F0}"/>
              </a:ext>
            </a:extLst>
          </p:cNvPr>
          <p:cNvSpPr>
            <a:spLocks noGrp="1"/>
          </p:cNvSpPr>
          <p:nvPr>
            <p:ph type="body" sz="quarter" idx="23"/>
          </p:nvPr>
        </p:nvSpPr>
        <p:spPr>
          <a:xfrm>
            <a:off x="3268161" y="2712373"/>
            <a:ext cx="2609303" cy="717119"/>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16" name="Text Placeholder 3">
            <a:extLst>
              <a:ext uri="{FF2B5EF4-FFF2-40B4-BE49-F238E27FC236}">
                <a16:creationId xmlns:a16="http://schemas.microsoft.com/office/drawing/2014/main" id="{888C01D0-23FB-7438-A9BF-8E99080C98BE}"/>
              </a:ext>
            </a:extLst>
          </p:cNvPr>
          <p:cNvSpPr>
            <a:spLocks noGrp="1"/>
          </p:cNvSpPr>
          <p:nvPr>
            <p:ph type="body" sz="quarter" idx="25"/>
          </p:nvPr>
        </p:nvSpPr>
        <p:spPr>
          <a:xfrm>
            <a:off x="6098171" y="2712373"/>
            <a:ext cx="2609303" cy="717119"/>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8" name="Oval 7">
            <a:extLst>
              <a:ext uri="{FF2B5EF4-FFF2-40B4-BE49-F238E27FC236}">
                <a16:creationId xmlns:a16="http://schemas.microsoft.com/office/drawing/2014/main" id="{6E673AD2-B8AF-CC3C-D898-30292FC1719F}"/>
              </a:ext>
              <a:ext uri="{C183D7F6-B498-43B3-948B-1728B52AA6E4}">
                <adec:decorative xmlns:adec="http://schemas.microsoft.com/office/drawing/2017/decorative" val="1"/>
              </a:ext>
            </a:extLst>
          </p:cNvPr>
          <p:cNvSpPr/>
          <p:nvPr/>
        </p:nvSpPr>
        <p:spPr bwMode="auto">
          <a:xfrm>
            <a:off x="1382407" y="1157233"/>
            <a:ext cx="737196" cy="737196"/>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37356" tIns="37356" rIns="37356" bIns="37356" numCol="1" spcCol="38100" rtlCol="0" anchor="ctr">
            <a:noAutofit/>
          </a:bodyPr>
          <a:lstStyle/>
          <a:p>
            <a:pPr marL="3362" marR="0" lvl="0" indent="0" algn="l" defTabSz="303475" rtl="0" eaLnBrk="1" fontAlgn="auto" latinLnBrk="0" hangingPunct="1">
              <a:lnSpc>
                <a:spcPct val="100000"/>
              </a:lnSpc>
              <a:spcBef>
                <a:spcPts val="0"/>
              </a:spcBef>
              <a:spcAft>
                <a:spcPts val="0"/>
              </a:spcAft>
              <a:buClrTx/>
              <a:buSzTx/>
              <a:buFontTx/>
              <a:buNone/>
              <a:tabLst/>
              <a:defRPr/>
            </a:pPr>
            <a:endParaRPr kumimoji="0" lang="en-IN" sz="1177" b="0" i="0" u="none" strike="noStrike" kern="0" cap="none" spc="0" normalizeH="0" baseline="0" noProof="0" dirty="0">
              <a:ln>
                <a:noFill/>
              </a:ln>
              <a:solidFill>
                <a:srgbClr val="2F2F2F"/>
              </a:solidFill>
              <a:effectLst/>
              <a:uLnTx/>
              <a:uFillTx/>
              <a:latin typeface="Segoe UI"/>
              <a:ea typeface="+mn-ea"/>
              <a:cs typeface="Segoe UI" panose="020B0502040204020203" pitchFamily="34" charset="0"/>
            </a:endParaRPr>
          </a:p>
        </p:txBody>
      </p:sp>
      <p:sp>
        <p:nvSpPr>
          <p:cNvPr id="9" name="Oval 8">
            <a:extLst>
              <a:ext uri="{FF2B5EF4-FFF2-40B4-BE49-F238E27FC236}">
                <a16:creationId xmlns:a16="http://schemas.microsoft.com/office/drawing/2014/main" id="{56859B90-45D2-D990-09AA-8F85B79F1077}"/>
              </a:ext>
              <a:ext uri="{C183D7F6-B498-43B3-948B-1728B52AA6E4}">
                <adec:decorative xmlns:adec="http://schemas.microsoft.com/office/drawing/2017/decorative" val="1"/>
              </a:ext>
            </a:extLst>
          </p:cNvPr>
          <p:cNvSpPr/>
          <p:nvPr/>
        </p:nvSpPr>
        <p:spPr bwMode="auto">
          <a:xfrm>
            <a:off x="4203401" y="1157233"/>
            <a:ext cx="737196" cy="737196"/>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37356" tIns="37356" rIns="37356" bIns="37356" numCol="1" spcCol="38100" rtlCol="0" anchor="ctr">
            <a:noAutofit/>
          </a:bodyPr>
          <a:lstStyle/>
          <a:p>
            <a:pPr marL="3362" marR="0" lvl="0" indent="0" algn="l" defTabSz="303475" rtl="0" eaLnBrk="1" fontAlgn="auto" latinLnBrk="0" hangingPunct="1">
              <a:lnSpc>
                <a:spcPct val="100000"/>
              </a:lnSpc>
              <a:spcBef>
                <a:spcPts val="0"/>
              </a:spcBef>
              <a:spcAft>
                <a:spcPts val="0"/>
              </a:spcAft>
              <a:buClrTx/>
              <a:buSzTx/>
              <a:buFontTx/>
              <a:buNone/>
              <a:tabLst/>
              <a:defRPr/>
            </a:pPr>
            <a:endParaRPr kumimoji="0" lang="en-IN" sz="1177" b="0" i="0" u="none" strike="noStrike" kern="0" cap="none" spc="0" normalizeH="0" baseline="0" noProof="0" dirty="0">
              <a:ln>
                <a:noFill/>
              </a:ln>
              <a:solidFill>
                <a:srgbClr val="2F2F2F"/>
              </a:solidFill>
              <a:effectLst/>
              <a:uLnTx/>
              <a:uFillTx/>
              <a:latin typeface="Segoe UI"/>
              <a:ea typeface="+mn-ea"/>
              <a:cs typeface="Segoe UI" panose="020B0502040204020203" pitchFamily="34" charset="0"/>
            </a:endParaRPr>
          </a:p>
        </p:txBody>
      </p:sp>
      <p:sp>
        <p:nvSpPr>
          <p:cNvPr id="12" name="Oval 11">
            <a:extLst>
              <a:ext uri="{FF2B5EF4-FFF2-40B4-BE49-F238E27FC236}">
                <a16:creationId xmlns:a16="http://schemas.microsoft.com/office/drawing/2014/main" id="{287FE1B2-0C16-29CA-99C4-4C44A8047A50}"/>
              </a:ext>
              <a:ext uri="{C183D7F6-B498-43B3-948B-1728B52AA6E4}">
                <adec:decorative xmlns:adec="http://schemas.microsoft.com/office/drawing/2017/decorative" val="1"/>
              </a:ext>
            </a:extLst>
          </p:cNvPr>
          <p:cNvSpPr/>
          <p:nvPr/>
        </p:nvSpPr>
        <p:spPr bwMode="auto">
          <a:xfrm>
            <a:off x="7024397" y="1157233"/>
            <a:ext cx="737196" cy="737196"/>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37356" tIns="37356" rIns="37356" bIns="37356" numCol="1" spcCol="38100" rtlCol="0" anchor="ctr">
            <a:noAutofit/>
          </a:bodyPr>
          <a:lstStyle/>
          <a:p>
            <a:pPr marL="3362" marR="0" lvl="0" indent="0" algn="l" defTabSz="303475" rtl="0" eaLnBrk="1" fontAlgn="auto" latinLnBrk="0" hangingPunct="1">
              <a:lnSpc>
                <a:spcPct val="100000"/>
              </a:lnSpc>
              <a:spcBef>
                <a:spcPts val="0"/>
              </a:spcBef>
              <a:spcAft>
                <a:spcPts val="0"/>
              </a:spcAft>
              <a:buClrTx/>
              <a:buSzTx/>
              <a:buFontTx/>
              <a:buNone/>
              <a:tabLst/>
              <a:defRPr/>
            </a:pPr>
            <a:endParaRPr kumimoji="0" lang="en-IN" sz="1177" b="0" i="0" u="none" strike="noStrike" kern="0" cap="none" spc="0" normalizeH="0" baseline="0" noProof="0" dirty="0">
              <a:ln>
                <a:noFill/>
              </a:ln>
              <a:solidFill>
                <a:srgbClr val="2F2F2F"/>
              </a:solidFill>
              <a:effectLst/>
              <a:uLnTx/>
              <a:uFillTx/>
              <a:latin typeface="Segoe UI"/>
              <a:ea typeface="+mn-ea"/>
              <a:cs typeface="Segoe UI" panose="020B0502040204020203" pitchFamily="34" charset="0"/>
            </a:endParaRPr>
          </a:p>
        </p:txBody>
      </p:sp>
    </p:spTree>
    <p:extLst>
      <p:ext uri="{BB962C8B-B14F-4D97-AF65-F5344CB8AC3E}">
        <p14:creationId xmlns:p14="http://schemas.microsoft.com/office/powerpoint/2010/main" val="3856288962"/>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32">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3840">
          <p15:clr>
            <a:srgbClr val="FBAE40"/>
          </p15:clr>
        </p15:guide>
        <p15:guide id="42" pos="6216">
          <p15:clr>
            <a:srgbClr val="FBAE40"/>
          </p15:clr>
        </p15:guide>
        <p15:guide id="43" orient="horz" pos="1284">
          <p15:clr>
            <a:srgbClr val="FBAE40"/>
          </p15:clr>
        </p15:guide>
        <p15:guide id="44" pos="3940">
          <p15:clr>
            <a:srgbClr val="FBAE40"/>
          </p15:clr>
        </p15:guide>
        <p15:guide id="45" orient="horz" pos="2136">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1-column_Callou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6" y="438913"/>
            <a:ext cx="8283704"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3048000" y="1185863"/>
            <a:ext cx="5651897" cy="332304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6" name="Text Placeholder 11">
            <a:extLst>
              <a:ext uri="{FF2B5EF4-FFF2-40B4-BE49-F238E27FC236}">
                <a16:creationId xmlns:a16="http://schemas.microsoft.com/office/drawing/2014/main" id="{BA3E60F0-F025-04E8-0E46-71699A62E435}"/>
              </a:ext>
            </a:extLst>
          </p:cNvPr>
          <p:cNvSpPr>
            <a:spLocks noGrp="1"/>
          </p:cNvSpPr>
          <p:nvPr>
            <p:ph type="body" sz="quarter" idx="16"/>
          </p:nvPr>
        </p:nvSpPr>
        <p:spPr>
          <a:xfrm>
            <a:off x="438151" y="1195617"/>
            <a:ext cx="2380607"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4D105096-7BC3-1383-8EE1-744002B706B2}"/>
              </a:ext>
            </a:extLst>
          </p:cNvPr>
          <p:cNvSpPr>
            <a:spLocks noGrp="1"/>
          </p:cNvSpPr>
          <p:nvPr>
            <p:ph type="body" sz="quarter" idx="15"/>
          </p:nvPr>
        </p:nvSpPr>
        <p:spPr>
          <a:xfrm>
            <a:off x="439793" y="1564324"/>
            <a:ext cx="2379608" cy="1201547"/>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195010" indent="-94143">
              <a:spcAft>
                <a:spcPts val="0"/>
              </a:spcAft>
              <a:buFont typeface="Arial" panose="020B0604020202020204" pitchFamily="34" charset="0"/>
              <a:buChar char="•"/>
              <a:defRPr>
                <a:solidFill>
                  <a:schemeClr val="tx1"/>
                </a:solidFill>
              </a:defRPr>
            </a:lvl2pPr>
            <a:lvl3pPr marL="282429" indent="-87418">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858316122"/>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67F0464-FA9D-1DC7-827A-17DF799B90E9}"/>
              </a:ext>
            </a:extLst>
          </p:cNvPr>
          <p:cNvSpPr>
            <a:spLocks noGrp="1"/>
          </p:cNvSpPr>
          <p:nvPr>
            <p:ph type="body" sz="quarter" idx="15"/>
          </p:nvPr>
        </p:nvSpPr>
        <p:spPr>
          <a:xfrm>
            <a:off x="439792" y="3734161"/>
            <a:ext cx="3913133"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201735" indent="-100867">
              <a:spcAft>
                <a:spcPts val="0"/>
              </a:spcAft>
              <a:buFont typeface="Arial" panose="020B0604020202020204" pitchFamily="34" charset="0"/>
              <a:buChar char="•"/>
              <a:defRPr>
                <a:solidFill>
                  <a:schemeClr val="tx1"/>
                </a:solidFill>
              </a:defRPr>
            </a:lvl2pPr>
            <a:lvl3pPr marL="302602" indent="-100867">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1FB34ED-A66E-89F2-95F6-C0038B49554C}"/>
              </a:ext>
            </a:extLst>
          </p:cNvPr>
          <p:cNvSpPr>
            <a:spLocks noGrp="1"/>
          </p:cNvSpPr>
          <p:nvPr>
            <p:ph type="body" sz="quarter" idx="20"/>
          </p:nvPr>
        </p:nvSpPr>
        <p:spPr>
          <a:xfrm>
            <a:off x="4690248" y="3734161"/>
            <a:ext cx="3890330"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201735" indent="-100867">
              <a:spcAft>
                <a:spcPts val="0"/>
              </a:spcAft>
              <a:buFont typeface="Arial" panose="020B0604020202020204" pitchFamily="34" charset="0"/>
              <a:buChar char="•"/>
              <a:defRPr>
                <a:solidFill>
                  <a:schemeClr val="tx1"/>
                </a:solidFill>
              </a:defRPr>
            </a:lvl2pPr>
            <a:lvl3pPr marL="302602" indent="-100867">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D54F7E24-0716-000F-A23E-D45713ECDD7E}"/>
              </a:ext>
            </a:extLst>
          </p:cNvPr>
          <p:cNvSpPr>
            <a:spLocks noGrp="1"/>
          </p:cNvSpPr>
          <p:nvPr>
            <p:ph type="pic" sz="quarter" idx="21" hasCustomPrompt="1"/>
          </p:nvPr>
        </p:nvSpPr>
        <p:spPr bwMode="ltGray">
          <a:xfrm>
            <a:off x="0" y="864574"/>
            <a:ext cx="9144000" cy="2583476"/>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 name="Title 1">
            <a:extLst>
              <a:ext uri="{FF2B5EF4-FFF2-40B4-BE49-F238E27FC236}">
                <a16:creationId xmlns:a16="http://schemas.microsoft.com/office/drawing/2014/main" id="{64830DA7-1CDF-18F6-E151-AAB776959AA8}"/>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2113066719"/>
      </p:ext>
    </p:extLst>
  </p:cSld>
  <p:clrMapOvr>
    <a:masterClrMapping/>
  </p:clrMapOvr>
  <p:transition>
    <p:fade/>
  </p:transition>
  <p:hf sldNum="0" hdr="0" ftr="0" dt="0"/>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Top horizontal photo">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67F0464-FA9D-1DC7-827A-17DF799B90E9}"/>
              </a:ext>
            </a:extLst>
          </p:cNvPr>
          <p:cNvSpPr>
            <a:spLocks noGrp="1"/>
          </p:cNvSpPr>
          <p:nvPr>
            <p:ph type="body" sz="quarter" idx="15"/>
          </p:nvPr>
        </p:nvSpPr>
        <p:spPr>
          <a:xfrm>
            <a:off x="439792" y="3734161"/>
            <a:ext cx="3913133"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201735" indent="-100867">
              <a:spcAft>
                <a:spcPts val="0"/>
              </a:spcAft>
              <a:buFont typeface="Arial" panose="020B0604020202020204" pitchFamily="34" charset="0"/>
              <a:buChar char="•"/>
              <a:defRPr>
                <a:solidFill>
                  <a:schemeClr val="tx1"/>
                </a:solidFill>
              </a:defRPr>
            </a:lvl2pPr>
            <a:lvl3pPr marL="302602" indent="-100867">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1FB34ED-A66E-89F2-95F6-C0038B49554C}"/>
              </a:ext>
            </a:extLst>
          </p:cNvPr>
          <p:cNvSpPr>
            <a:spLocks noGrp="1"/>
          </p:cNvSpPr>
          <p:nvPr>
            <p:ph type="body" sz="quarter" idx="20"/>
          </p:nvPr>
        </p:nvSpPr>
        <p:spPr>
          <a:xfrm>
            <a:off x="4690248" y="3734161"/>
            <a:ext cx="3890330"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201735" indent="-100867">
              <a:spcAft>
                <a:spcPts val="0"/>
              </a:spcAft>
              <a:buFont typeface="Arial" panose="020B0604020202020204" pitchFamily="34" charset="0"/>
              <a:buChar char="•"/>
              <a:defRPr>
                <a:solidFill>
                  <a:schemeClr val="tx1"/>
                </a:solidFill>
              </a:defRPr>
            </a:lvl2pPr>
            <a:lvl3pPr marL="302602" indent="-100867">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2" name="Picture Placeholder" descr="This photo is a 'placeholder' only. Drag or drop your photo here, or click and tap the center to insert a photo.">
            <a:extLst>
              <a:ext uri="{FF2B5EF4-FFF2-40B4-BE49-F238E27FC236}">
                <a16:creationId xmlns:a16="http://schemas.microsoft.com/office/drawing/2014/main" id="{E6FC6DD5-F717-45AB-C65A-E483E17C4FEC}"/>
              </a:ext>
            </a:extLst>
          </p:cNvPr>
          <p:cNvSpPr>
            <a:spLocks noGrp="1"/>
          </p:cNvSpPr>
          <p:nvPr>
            <p:ph type="pic" sz="quarter" idx="21" hasCustomPrompt="1"/>
          </p:nvPr>
        </p:nvSpPr>
        <p:spPr bwMode="ltGray">
          <a:xfrm>
            <a:off x="0" y="0"/>
            <a:ext cx="9144000" cy="344805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Tree>
    <p:extLst>
      <p:ext uri="{BB962C8B-B14F-4D97-AF65-F5344CB8AC3E}">
        <p14:creationId xmlns:p14="http://schemas.microsoft.com/office/powerpoint/2010/main" val="2965741"/>
      </p:ext>
    </p:extLst>
  </p:cSld>
  <p:clrMapOvr>
    <a:masterClrMapping/>
  </p:clrMapOvr>
  <p:transition>
    <p:fade/>
  </p:transition>
  <p:hf sldNum="0" hdr="0" ftr="0" dt="0"/>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Top horizontal photo, subheads, and title">
    <p:spTree>
      <p:nvGrpSpPr>
        <p:cNvPr id="1" name=""/>
        <p:cNvGrpSpPr/>
        <p:nvPr/>
      </p:nvGrpSpPr>
      <p:grpSpPr>
        <a:xfrm>
          <a:off x="0" y="0"/>
          <a:ext cx="0" cy="0"/>
          <a:chOff x="0" y="0"/>
          <a:chExt cx="0" cy="0"/>
        </a:xfrm>
      </p:grpSpPr>
      <p:sp>
        <p:nvSpPr>
          <p:cNvPr id="2" name="Text Placeholder 11">
            <a:extLst>
              <a:ext uri="{FF2B5EF4-FFF2-40B4-BE49-F238E27FC236}">
                <a16:creationId xmlns:a16="http://schemas.microsoft.com/office/drawing/2014/main" id="{6F456F5C-E654-C0BD-30BA-55CC632F074D}"/>
              </a:ext>
            </a:extLst>
          </p:cNvPr>
          <p:cNvSpPr>
            <a:spLocks noGrp="1"/>
          </p:cNvSpPr>
          <p:nvPr>
            <p:ph type="body" sz="quarter" idx="16"/>
          </p:nvPr>
        </p:nvSpPr>
        <p:spPr>
          <a:xfrm>
            <a:off x="438150" y="3717078"/>
            <a:ext cx="4023322" cy="320409"/>
          </a:xfrm>
          <a:prstGeom prst="rect">
            <a:avLst/>
          </a:prstGeom>
        </p:spPr>
        <p:txBody>
          <a:bodyPr anchor="t"/>
          <a:lstStyle>
            <a:lvl1pPr marL="0" indent="0">
              <a:spcBef>
                <a:spcPts val="0"/>
              </a:spcBef>
              <a:buNone/>
              <a:defRPr sz="882">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a16="http://schemas.microsoft.com/office/drawing/2014/main" id="{AAE74A98-D9A9-7258-AB00-FA281DFC7D2F}"/>
              </a:ext>
            </a:extLst>
          </p:cNvPr>
          <p:cNvSpPr>
            <a:spLocks noGrp="1"/>
          </p:cNvSpPr>
          <p:nvPr>
            <p:ph type="body" sz="quarter" idx="15"/>
          </p:nvPr>
        </p:nvSpPr>
        <p:spPr>
          <a:xfrm>
            <a:off x="439792" y="4018083"/>
            <a:ext cx="4021634" cy="297774"/>
          </a:xfrm>
          <a:prstGeom prst="rect">
            <a:avLst/>
          </a:prstGeom>
        </p:spPr>
        <p:txBody>
          <a:bodyPr wrap="square">
            <a:spAutoFit/>
          </a:bodyPr>
          <a:lstStyle>
            <a:lvl1pPr marL="0" indent="0">
              <a:buFont typeface="Arial" panose="020B0604020202020204" pitchFamily="34" charset="0"/>
              <a:buNone/>
              <a:defRPr sz="735">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5" name="Text Placeholder 11">
            <a:extLst>
              <a:ext uri="{FF2B5EF4-FFF2-40B4-BE49-F238E27FC236}">
                <a16:creationId xmlns:a16="http://schemas.microsoft.com/office/drawing/2014/main" id="{6A2D886A-4337-E9FA-7DBB-9D84D80A3A67}"/>
              </a:ext>
            </a:extLst>
          </p:cNvPr>
          <p:cNvSpPr>
            <a:spLocks noGrp="1"/>
          </p:cNvSpPr>
          <p:nvPr>
            <p:ph type="body" sz="quarter" idx="22"/>
          </p:nvPr>
        </p:nvSpPr>
        <p:spPr>
          <a:xfrm>
            <a:off x="4682529" y="3717078"/>
            <a:ext cx="4017368" cy="320409"/>
          </a:xfrm>
          <a:prstGeom prst="rect">
            <a:avLst/>
          </a:prstGeom>
        </p:spPr>
        <p:txBody>
          <a:bodyPr anchor="t"/>
          <a:lstStyle>
            <a:lvl1pPr marL="0" indent="0">
              <a:spcBef>
                <a:spcPts val="0"/>
              </a:spcBef>
              <a:buNone/>
              <a:defRPr sz="882">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41A1665-88FA-58ED-F1C0-48840A180ACD}"/>
              </a:ext>
            </a:extLst>
          </p:cNvPr>
          <p:cNvSpPr>
            <a:spLocks noGrp="1"/>
          </p:cNvSpPr>
          <p:nvPr>
            <p:ph type="body" sz="quarter" idx="33"/>
          </p:nvPr>
        </p:nvSpPr>
        <p:spPr>
          <a:xfrm>
            <a:off x="4689326" y="4018082"/>
            <a:ext cx="4018199" cy="297774"/>
          </a:xfrm>
          <a:prstGeom prst="rect">
            <a:avLst/>
          </a:prstGeom>
        </p:spPr>
        <p:txBody>
          <a:bodyPr wrap="square">
            <a:spAutoFit/>
          </a:bodyPr>
          <a:lstStyle>
            <a:lvl1pPr marL="0" indent="0">
              <a:buFont typeface="Arial" panose="020B0604020202020204" pitchFamily="34" charset="0"/>
              <a:buNone/>
              <a:defRPr sz="735">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4" name="Title 1">
            <a:extLst>
              <a:ext uri="{FF2B5EF4-FFF2-40B4-BE49-F238E27FC236}">
                <a16:creationId xmlns:a16="http://schemas.microsoft.com/office/drawing/2014/main" id="{A1F55E03-DF85-0E93-780C-71A8898D2AD4}"/>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7" name="Picture Placeholder" descr="This photo is a 'placeholder' only. Drag or drop your photo here, or click and tap the center to insert a photo.">
            <a:extLst>
              <a:ext uri="{FF2B5EF4-FFF2-40B4-BE49-F238E27FC236}">
                <a16:creationId xmlns:a16="http://schemas.microsoft.com/office/drawing/2014/main" id="{6624839F-BBCE-45B6-246E-E8C737903DF8}"/>
              </a:ext>
            </a:extLst>
          </p:cNvPr>
          <p:cNvSpPr>
            <a:spLocks noGrp="1"/>
          </p:cNvSpPr>
          <p:nvPr>
            <p:ph type="pic" sz="quarter" idx="21" hasCustomPrompt="1"/>
          </p:nvPr>
        </p:nvSpPr>
        <p:spPr bwMode="ltGray">
          <a:xfrm>
            <a:off x="0" y="864574"/>
            <a:ext cx="9144000" cy="2583476"/>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Tree>
    <p:extLst>
      <p:ext uri="{BB962C8B-B14F-4D97-AF65-F5344CB8AC3E}">
        <p14:creationId xmlns:p14="http://schemas.microsoft.com/office/powerpoint/2010/main" val="712746678"/>
      </p:ext>
    </p:extLst>
  </p:cSld>
  <p:clrMapOvr>
    <a:masterClrMapping/>
  </p:clrMapOvr>
  <p:transition>
    <p:fade/>
  </p:transition>
  <p:hf sldNum="0" hdr="0" ftr="0" dt="0"/>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Top horizontal photo and subhead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39E0A83-7ED9-6F5C-AEC4-5B98F5388F70}"/>
              </a:ext>
            </a:extLst>
          </p:cNvPr>
          <p:cNvSpPr/>
          <p:nvPr/>
        </p:nvSpPr>
        <p:spPr bwMode="auto">
          <a:xfrm>
            <a:off x="0" y="0"/>
            <a:ext cx="9144000" cy="3429000"/>
          </a:xfrm>
          <a:prstGeom prst="rect">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ext Placeholder 11">
            <a:extLst>
              <a:ext uri="{FF2B5EF4-FFF2-40B4-BE49-F238E27FC236}">
                <a16:creationId xmlns:a16="http://schemas.microsoft.com/office/drawing/2014/main" id="{6F456F5C-E654-C0BD-30BA-55CC632F074D}"/>
              </a:ext>
            </a:extLst>
          </p:cNvPr>
          <p:cNvSpPr>
            <a:spLocks noGrp="1"/>
          </p:cNvSpPr>
          <p:nvPr>
            <p:ph type="body" sz="quarter" idx="16"/>
          </p:nvPr>
        </p:nvSpPr>
        <p:spPr>
          <a:xfrm>
            <a:off x="438150" y="3717078"/>
            <a:ext cx="4023322" cy="320409"/>
          </a:xfrm>
          <a:prstGeom prst="rect">
            <a:avLst/>
          </a:prstGeom>
        </p:spPr>
        <p:txBody>
          <a:bodyPr anchor="t"/>
          <a:lstStyle>
            <a:lvl1pPr marL="0" indent="0">
              <a:spcBef>
                <a:spcPts val="0"/>
              </a:spcBef>
              <a:buNone/>
              <a:defRPr sz="882">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a16="http://schemas.microsoft.com/office/drawing/2014/main" id="{AAE74A98-D9A9-7258-AB00-FA281DFC7D2F}"/>
              </a:ext>
            </a:extLst>
          </p:cNvPr>
          <p:cNvSpPr>
            <a:spLocks noGrp="1"/>
          </p:cNvSpPr>
          <p:nvPr>
            <p:ph type="body" sz="quarter" idx="15"/>
          </p:nvPr>
        </p:nvSpPr>
        <p:spPr>
          <a:xfrm>
            <a:off x="439792" y="4018083"/>
            <a:ext cx="4021634" cy="297774"/>
          </a:xfrm>
          <a:prstGeom prst="rect">
            <a:avLst/>
          </a:prstGeom>
        </p:spPr>
        <p:txBody>
          <a:bodyPr wrap="square">
            <a:spAutoFit/>
          </a:bodyPr>
          <a:lstStyle>
            <a:lvl1pPr marL="0" indent="0">
              <a:buFont typeface="Arial" panose="020B0604020202020204" pitchFamily="34" charset="0"/>
              <a:buNone/>
              <a:defRPr sz="735">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5" name="Text Placeholder 11">
            <a:extLst>
              <a:ext uri="{FF2B5EF4-FFF2-40B4-BE49-F238E27FC236}">
                <a16:creationId xmlns:a16="http://schemas.microsoft.com/office/drawing/2014/main" id="{6A2D886A-4337-E9FA-7DBB-9D84D80A3A67}"/>
              </a:ext>
            </a:extLst>
          </p:cNvPr>
          <p:cNvSpPr>
            <a:spLocks noGrp="1"/>
          </p:cNvSpPr>
          <p:nvPr>
            <p:ph type="body" sz="quarter" idx="22"/>
          </p:nvPr>
        </p:nvSpPr>
        <p:spPr>
          <a:xfrm>
            <a:off x="4682529" y="3717078"/>
            <a:ext cx="4017368" cy="320409"/>
          </a:xfrm>
          <a:prstGeom prst="rect">
            <a:avLst/>
          </a:prstGeom>
        </p:spPr>
        <p:txBody>
          <a:bodyPr anchor="t"/>
          <a:lstStyle>
            <a:lvl1pPr marL="0" indent="0">
              <a:spcBef>
                <a:spcPts val="0"/>
              </a:spcBef>
              <a:buNone/>
              <a:defRPr sz="882">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41A1665-88FA-58ED-F1C0-48840A180ACD}"/>
              </a:ext>
            </a:extLst>
          </p:cNvPr>
          <p:cNvSpPr>
            <a:spLocks noGrp="1"/>
          </p:cNvSpPr>
          <p:nvPr>
            <p:ph type="body" sz="quarter" idx="33"/>
          </p:nvPr>
        </p:nvSpPr>
        <p:spPr>
          <a:xfrm>
            <a:off x="4689326" y="4018082"/>
            <a:ext cx="4018199" cy="297774"/>
          </a:xfrm>
          <a:prstGeom prst="rect">
            <a:avLst/>
          </a:prstGeom>
        </p:spPr>
        <p:txBody>
          <a:bodyPr wrap="square">
            <a:spAutoFit/>
          </a:bodyPr>
          <a:lstStyle>
            <a:lvl1pPr marL="0" indent="0">
              <a:buFont typeface="Arial" panose="020B0604020202020204" pitchFamily="34" charset="0"/>
              <a:buNone/>
              <a:defRPr sz="735">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12" name="Picture Placeholder" descr="This photo is a 'placeholder' only. Drag or drop your photo here, or click and tap the center to insert a photo.">
            <a:extLst>
              <a:ext uri="{FF2B5EF4-FFF2-40B4-BE49-F238E27FC236}">
                <a16:creationId xmlns:a16="http://schemas.microsoft.com/office/drawing/2014/main" id="{E7ADEB9F-DC30-5B40-6D59-13194450FB08}"/>
              </a:ext>
            </a:extLst>
          </p:cNvPr>
          <p:cNvSpPr>
            <a:spLocks noGrp="1"/>
          </p:cNvSpPr>
          <p:nvPr>
            <p:ph type="pic" sz="quarter" idx="21" hasCustomPrompt="1"/>
          </p:nvPr>
        </p:nvSpPr>
        <p:spPr bwMode="ltGray">
          <a:xfrm>
            <a:off x="0" y="0"/>
            <a:ext cx="9144000" cy="34290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Tree>
    <p:extLst>
      <p:ext uri="{BB962C8B-B14F-4D97-AF65-F5344CB8AC3E}">
        <p14:creationId xmlns:p14="http://schemas.microsoft.com/office/powerpoint/2010/main" val="4239910090"/>
      </p:ext>
    </p:extLst>
  </p:cSld>
  <p:clrMapOvr>
    <a:masterClrMapping/>
  </p:clrMapOvr>
  <p:transition>
    <p:fade/>
  </p:transition>
  <p:hf sldNum="0" hdr="0" ftr="0" dt="0"/>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1-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2"/>
            <a:ext cx="3533017" cy="738664"/>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8" name="Text Placeholder 11">
            <a:extLst>
              <a:ext uri="{FF2B5EF4-FFF2-40B4-BE49-F238E27FC236}">
                <a16:creationId xmlns:a16="http://schemas.microsoft.com/office/drawing/2014/main" id="{4ACB92EB-B163-EB38-0156-C028F872F1C8}"/>
              </a:ext>
            </a:extLst>
          </p:cNvPr>
          <p:cNvSpPr>
            <a:spLocks noGrp="1"/>
          </p:cNvSpPr>
          <p:nvPr>
            <p:ph type="body" sz="quarter" idx="16"/>
          </p:nvPr>
        </p:nvSpPr>
        <p:spPr>
          <a:xfrm>
            <a:off x="438151" y="1195617"/>
            <a:ext cx="3535997"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9" name="Text Placeholder 3">
            <a:extLst>
              <a:ext uri="{FF2B5EF4-FFF2-40B4-BE49-F238E27FC236}">
                <a16:creationId xmlns:a16="http://schemas.microsoft.com/office/drawing/2014/main" id="{20190326-CB8A-9A65-714A-07CD312C349A}"/>
              </a:ext>
            </a:extLst>
          </p:cNvPr>
          <p:cNvSpPr>
            <a:spLocks noGrp="1"/>
          </p:cNvSpPr>
          <p:nvPr>
            <p:ph type="body" sz="quarter" idx="15"/>
          </p:nvPr>
        </p:nvSpPr>
        <p:spPr>
          <a:xfrm>
            <a:off x="439793" y="1564324"/>
            <a:ext cx="3534514"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195010" indent="-94143">
              <a:spcAft>
                <a:spcPts val="0"/>
              </a:spcAft>
              <a:buFont typeface="Arial" panose="020B0604020202020204" pitchFamily="34" charset="0"/>
              <a:buChar char="•"/>
              <a:defRPr>
                <a:solidFill>
                  <a:schemeClr val="tx1"/>
                </a:solidFill>
              </a:defRPr>
            </a:lvl2pPr>
            <a:lvl3pPr marL="282429" indent="-87418">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7E90DBB6-E167-EFBB-7028-79615839561D}"/>
              </a:ext>
            </a:extLst>
          </p:cNvPr>
          <p:cNvSpPr>
            <a:spLocks noGrp="1"/>
          </p:cNvSpPr>
          <p:nvPr>
            <p:ph type="pic" sz="quarter" idx="19" hasCustomPrompt="1"/>
          </p:nvPr>
        </p:nvSpPr>
        <p:spPr bwMode="ltGray">
          <a:xfrm>
            <a:off x="4572000" y="0"/>
            <a:ext cx="4572000" cy="5143500"/>
          </a:xfrm>
          <a:prstGeom prst="rect">
            <a:avLst/>
          </a:prstGeom>
          <a:solidFill>
            <a:srgbClr val="F4F4F7"/>
          </a:solidFill>
        </p:spPr>
        <p:txBody>
          <a:bodyPr lIns="0" tIns="0" rIns="0" bIns="731520" anchor="ctr" anchorCtr="0">
            <a:noAutofit/>
          </a:bodyPr>
          <a:lstStyle>
            <a:lvl1pPr marL="0" indent="0" algn="ctr">
              <a:lnSpc>
                <a:spcPct val="100000"/>
              </a:lnSpc>
              <a:buNone/>
              <a:defRPr sz="882"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a:p>
            <a:endParaRPr lang="en-US" dirty="0"/>
          </a:p>
          <a:p>
            <a:endParaRPr lang="en-US" dirty="0"/>
          </a:p>
        </p:txBody>
      </p:sp>
    </p:spTree>
    <p:extLst>
      <p:ext uri="{BB962C8B-B14F-4D97-AF65-F5344CB8AC3E}">
        <p14:creationId xmlns:p14="http://schemas.microsoft.com/office/powerpoint/2010/main" val="2421729265"/>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6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68">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2-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5436267" cy="369332"/>
          </a:xfrm>
        </p:spPr>
        <p:txBody>
          <a:bodyPr/>
          <a:lstStyle>
            <a:lvl1pPr>
              <a:defRPr sz="2353" b="0" i="0">
                <a:solidFill>
                  <a:srgbClr val="001F2D"/>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438151" y="1195617"/>
            <a:ext cx="2609303"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439794" y="1564324"/>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3268161" y="1195617"/>
            <a:ext cx="2609303"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3269804" y="1564324"/>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59B1DE51-5CDE-B96B-62FD-3A69CF692881}"/>
              </a:ext>
            </a:extLst>
          </p:cNvPr>
          <p:cNvSpPr>
            <a:spLocks noGrp="1"/>
          </p:cNvSpPr>
          <p:nvPr>
            <p:ph type="pic" sz="quarter" idx="19" hasCustomPrompt="1"/>
          </p:nvPr>
        </p:nvSpPr>
        <p:spPr bwMode="ltGray">
          <a:xfrm>
            <a:off x="6096000" y="0"/>
            <a:ext cx="3048000" cy="5143500"/>
          </a:xfrm>
          <a:prstGeom prst="rect">
            <a:avLst/>
          </a:prstGeom>
          <a:solidFill>
            <a:srgbClr val="F4F4F7"/>
          </a:solidFill>
        </p:spPr>
        <p:txBody>
          <a:bodyPr lIns="0" tIns="0" rIns="0" bIns="731520" anchor="ctr" anchorCtr="0">
            <a:noAutofit/>
          </a:bodyPr>
          <a:lstStyle>
            <a:lvl1pPr marL="0" indent="0" algn="ctr">
              <a:lnSpc>
                <a:spcPct val="100000"/>
              </a:lnSpc>
              <a:buNone/>
              <a:defRPr sz="882"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a:p>
            <a:endParaRPr lang="en-US" dirty="0"/>
          </a:p>
          <a:p>
            <a:endParaRPr lang="en-US" dirty="0"/>
          </a:p>
        </p:txBody>
      </p:sp>
    </p:spTree>
    <p:extLst>
      <p:ext uri="{BB962C8B-B14F-4D97-AF65-F5344CB8AC3E}">
        <p14:creationId xmlns:p14="http://schemas.microsoft.com/office/powerpoint/2010/main" val="4215273340"/>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1_Two photos_with Capti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6144768"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716CBF8D-4C8A-D667-58CE-C8A22C93DED8}"/>
              </a:ext>
            </a:extLst>
          </p:cNvPr>
          <p:cNvSpPr>
            <a:spLocks noGrp="1"/>
          </p:cNvSpPr>
          <p:nvPr>
            <p:ph type="pic" sz="quarter" idx="19" hasCustomPrompt="1"/>
          </p:nvPr>
        </p:nvSpPr>
        <p:spPr bwMode="ltGray">
          <a:xfrm>
            <a:off x="438150" y="1193483"/>
            <a:ext cx="4024314" cy="2015252"/>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18" name="Text Placeholder 11">
            <a:extLst>
              <a:ext uri="{FF2B5EF4-FFF2-40B4-BE49-F238E27FC236}">
                <a16:creationId xmlns:a16="http://schemas.microsoft.com/office/drawing/2014/main" id="{FF2BCABA-7928-0037-D0EF-38F1FAAC5362}"/>
              </a:ext>
            </a:extLst>
          </p:cNvPr>
          <p:cNvSpPr>
            <a:spLocks noGrp="1"/>
          </p:cNvSpPr>
          <p:nvPr>
            <p:ph type="body" sz="quarter" idx="16"/>
          </p:nvPr>
        </p:nvSpPr>
        <p:spPr>
          <a:xfrm>
            <a:off x="438150" y="3431329"/>
            <a:ext cx="4023322"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19" name="Text Placeholder 3">
            <a:extLst>
              <a:ext uri="{FF2B5EF4-FFF2-40B4-BE49-F238E27FC236}">
                <a16:creationId xmlns:a16="http://schemas.microsoft.com/office/drawing/2014/main" id="{1056B6E8-083F-87EA-AD66-DF2D022A2515}"/>
              </a:ext>
            </a:extLst>
          </p:cNvPr>
          <p:cNvSpPr>
            <a:spLocks noGrp="1"/>
          </p:cNvSpPr>
          <p:nvPr>
            <p:ph type="body" sz="quarter" idx="15"/>
          </p:nvPr>
        </p:nvSpPr>
        <p:spPr>
          <a:xfrm>
            <a:off x="439792" y="3732333"/>
            <a:ext cx="4021634" cy="343171"/>
          </a:xfrm>
          <a:prstGeom prst="rect">
            <a:avLst/>
          </a:prstGeom>
        </p:spPr>
        <p:txBody>
          <a:bodyPr wrap="square">
            <a:spAutoFit/>
          </a:bodyPr>
          <a:lstStyle>
            <a:lvl1pPr marL="0" indent="0">
              <a:buFont typeface="Arial" panose="020B0604020202020204" pitchFamily="34" charset="0"/>
              <a:buNone/>
              <a:defRPr sz="1030">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4681538" y="1193483"/>
            <a:ext cx="4018360" cy="2015252"/>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4682529" y="3431329"/>
            <a:ext cx="4017368"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4689326" y="3732332"/>
            <a:ext cx="4018199" cy="343171"/>
          </a:xfrm>
          <a:prstGeom prst="rect">
            <a:avLst/>
          </a:prstGeom>
        </p:spPr>
        <p:txBody>
          <a:bodyPr wrap="square">
            <a:spAutoFit/>
          </a:bodyPr>
          <a:lstStyle>
            <a:lvl1pPr marL="0" indent="0">
              <a:buFont typeface="Arial" panose="020B0604020202020204" pitchFamily="34" charset="0"/>
              <a:buNone/>
              <a:defRPr sz="1030">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Tree>
    <p:extLst>
      <p:ext uri="{BB962C8B-B14F-4D97-AF65-F5344CB8AC3E}">
        <p14:creationId xmlns:p14="http://schemas.microsoft.com/office/powerpoint/2010/main" val="1780492721"/>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1_Three photos_with Capti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6144768"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716CBF8D-4C8A-D667-58CE-C8A22C93DED8}"/>
              </a:ext>
            </a:extLst>
          </p:cNvPr>
          <p:cNvSpPr>
            <a:spLocks noGrp="1"/>
          </p:cNvSpPr>
          <p:nvPr>
            <p:ph type="pic" sz="quarter" idx="19" hasCustomPrompt="1"/>
          </p:nvPr>
        </p:nvSpPr>
        <p:spPr bwMode="ltGray">
          <a:xfrm>
            <a:off x="438150" y="1193483"/>
            <a:ext cx="2611041" cy="2015252"/>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18" name="Text Placeholder 11">
            <a:extLst>
              <a:ext uri="{FF2B5EF4-FFF2-40B4-BE49-F238E27FC236}">
                <a16:creationId xmlns:a16="http://schemas.microsoft.com/office/drawing/2014/main" id="{FF2BCABA-7928-0037-D0EF-38F1FAAC5362}"/>
              </a:ext>
            </a:extLst>
          </p:cNvPr>
          <p:cNvSpPr>
            <a:spLocks noGrp="1"/>
          </p:cNvSpPr>
          <p:nvPr>
            <p:ph type="body" sz="quarter" idx="16"/>
          </p:nvPr>
        </p:nvSpPr>
        <p:spPr>
          <a:xfrm>
            <a:off x="438150" y="3431329"/>
            <a:ext cx="2609303" cy="532453"/>
          </a:xfrm>
          <a:prstGeom prst="rect">
            <a:avLst/>
          </a:prstGeom>
        </p:spPr>
        <p:txBody>
          <a:bodyPr vert="horz" wrap="square" lIns="0" tIns="0" rIns="0" bIns="0" rtlCol="0" anchor="t">
            <a:spAutoFit/>
          </a:bodyPr>
          <a:lstStyle>
            <a:lvl1pPr>
              <a:defRPr lang="en-US">
                <a:latin typeface="+mj-lt"/>
              </a:defRPr>
            </a:lvl1pPr>
          </a:lstStyle>
          <a:p>
            <a:pPr marL="0" lvl="0" indent="0">
              <a:spcBef>
                <a:spcPts val="0"/>
              </a:spcBef>
              <a:buNone/>
            </a:pPr>
            <a:r>
              <a:rPr lang="en-US"/>
              <a:t>Click to edit Master text styles</a:t>
            </a:r>
          </a:p>
        </p:txBody>
      </p:sp>
      <p:sp>
        <p:nvSpPr>
          <p:cNvPr id="19" name="Text Placeholder 3">
            <a:extLst>
              <a:ext uri="{FF2B5EF4-FFF2-40B4-BE49-F238E27FC236}">
                <a16:creationId xmlns:a16="http://schemas.microsoft.com/office/drawing/2014/main" id="{1056B6E8-083F-87EA-AD66-DF2D022A2515}"/>
              </a:ext>
            </a:extLst>
          </p:cNvPr>
          <p:cNvSpPr>
            <a:spLocks noGrp="1"/>
          </p:cNvSpPr>
          <p:nvPr>
            <p:ph type="body" sz="quarter" idx="15"/>
          </p:nvPr>
        </p:nvSpPr>
        <p:spPr>
          <a:xfrm>
            <a:off x="439792" y="3732333"/>
            <a:ext cx="2608208" cy="158505"/>
          </a:xfrm>
          <a:prstGeom prst="rect">
            <a:avLst/>
          </a:prstGeom>
        </p:spPr>
        <p:txBody>
          <a:bodyPr vert="horz" wrap="square" lIns="0" tIns="0" rIns="0" bIns="0" rtlCol="0">
            <a:spAutoFit/>
          </a:bodyPr>
          <a:lstStyle>
            <a:lvl1pPr>
              <a:defRPr lang="en-US" sz="1030"/>
            </a:lvl1pPr>
          </a:lstStyle>
          <a:p>
            <a:pPr marL="0" lvl="0" indent="0">
              <a:buNone/>
            </a:pPr>
            <a:r>
              <a:rPr lang="en-US"/>
              <a:t>Click to edit Master text styles</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3265170" y="1193483"/>
            <a:ext cx="2611041" cy="2015252"/>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3281095" y="3431329"/>
            <a:ext cx="2607668" cy="532453"/>
          </a:xfrm>
          <a:prstGeom prst="rect">
            <a:avLst/>
          </a:prstGeom>
        </p:spPr>
        <p:txBody>
          <a:bodyPr vert="horz" wrap="square" lIns="0" tIns="0" rIns="0" bIns="0" rtlCol="0" anchor="t">
            <a:spAutoFit/>
          </a:bodyPr>
          <a:lstStyle>
            <a:lvl1pPr>
              <a:defRPr lang="en-US">
                <a:latin typeface="+mj-lt"/>
              </a:defRPr>
            </a:lvl1pPr>
          </a:lstStyle>
          <a:p>
            <a:pPr marL="0" lvl="0" indent="0">
              <a:spcBef>
                <a:spcPts val="0"/>
              </a:spcBef>
              <a:buNone/>
            </a:pPr>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3287891" y="3732332"/>
            <a:ext cx="2608208" cy="158505"/>
          </a:xfrm>
          <a:prstGeom prst="rect">
            <a:avLst/>
          </a:prstGeom>
        </p:spPr>
        <p:txBody>
          <a:bodyPr vert="horz" wrap="square" lIns="0" tIns="0" rIns="0" bIns="0" rtlCol="0">
            <a:spAutoFit/>
          </a:bodyPr>
          <a:lstStyle>
            <a:lvl1pPr>
              <a:defRPr lang="en-US" sz="1030"/>
            </a:lvl1pPr>
          </a:lstStyle>
          <a:p>
            <a:pPr marL="0" lvl="0" indent="0">
              <a:buNone/>
            </a:pPr>
            <a:r>
              <a:rPr lang="en-US"/>
              <a:t>Click to edit Master text styles</a:t>
            </a:r>
          </a:p>
        </p:txBody>
      </p:sp>
      <p:sp>
        <p:nvSpPr>
          <p:cNvPr id="8" name="Picture Placeholder" descr="This photo is a 'placeholder' only. Drag or drop your photo here, or click and tap the center to insert a photo.">
            <a:extLst>
              <a:ext uri="{FF2B5EF4-FFF2-40B4-BE49-F238E27FC236}">
                <a16:creationId xmlns:a16="http://schemas.microsoft.com/office/drawing/2014/main" id="{BAAE6802-21C6-E5BE-3A2D-31CF010C9EFB}"/>
              </a:ext>
            </a:extLst>
          </p:cNvPr>
          <p:cNvSpPr>
            <a:spLocks noGrp="1"/>
          </p:cNvSpPr>
          <p:nvPr>
            <p:ph type="pic" sz="quarter" idx="21" hasCustomPrompt="1"/>
          </p:nvPr>
        </p:nvSpPr>
        <p:spPr bwMode="ltGray">
          <a:xfrm>
            <a:off x="6096000" y="1193482"/>
            <a:ext cx="2614569" cy="2013120"/>
          </a:xfrm>
          <a:prstGeom prst="rect">
            <a:avLst/>
          </a:prstGeom>
          <a:solidFill>
            <a:srgbClr val="F4F4F7"/>
          </a:solidFill>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1" name="Text Placeholder 11">
            <a:extLst>
              <a:ext uri="{FF2B5EF4-FFF2-40B4-BE49-F238E27FC236}">
                <a16:creationId xmlns:a16="http://schemas.microsoft.com/office/drawing/2014/main" id="{F80D639A-857F-73A5-343B-28EC4082B8E5}"/>
              </a:ext>
            </a:extLst>
          </p:cNvPr>
          <p:cNvSpPr>
            <a:spLocks noGrp="1"/>
          </p:cNvSpPr>
          <p:nvPr>
            <p:ph type="body" sz="quarter" idx="24"/>
          </p:nvPr>
        </p:nvSpPr>
        <p:spPr>
          <a:xfrm>
            <a:off x="6100221" y="3428935"/>
            <a:ext cx="2614028" cy="532453"/>
          </a:xfrm>
          <a:prstGeom prst="rect">
            <a:avLst/>
          </a:prstGeom>
        </p:spPr>
        <p:txBody>
          <a:bodyPr vert="horz" wrap="square" lIns="0" tIns="0" rIns="0" bIns="0" rtlCol="0" anchor="t">
            <a:spAutoFit/>
          </a:bodyPr>
          <a:lstStyle>
            <a:lvl1pPr>
              <a:defRPr lang="en-US">
                <a:latin typeface="+mj-lt"/>
              </a:defRPr>
            </a:lvl1pPr>
          </a:lstStyle>
          <a:p>
            <a:pPr marL="0" lvl="0" indent="0">
              <a:spcBef>
                <a:spcPts val="0"/>
              </a:spcBef>
              <a:buNone/>
            </a:pPr>
            <a:r>
              <a:rPr lang="en-US"/>
              <a:t>Click to edit Master text styles</a:t>
            </a:r>
          </a:p>
        </p:txBody>
      </p:sp>
      <p:sp>
        <p:nvSpPr>
          <p:cNvPr id="24" name="Text Placeholder 3">
            <a:extLst>
              <a:ext uri="{FF2B5EF4-FFF2-40B4-BE49-F238E27FC236}">
                <a16:creationId xmlns:a16="http://schemas.microsoft.com/office/drawing/2014/main" id="{5712E1C1-EE18-EA11-6D06-673117B00DCD}"/>
              </a:ext>
            </a:extLst>
          </p:cNvPr>
          <p:cNvSpPr>
            <a:spLocks noGrp="1"/>
          </p:cNvSpPr>
          <p:nvPr>
            <p:ph type="body" sz="quarter" idx="34"/>
          </p:nvPr>
        </p:nvSpPr>
        <p:spPr>
          <a:xfrm>
            <a:off x="6096000" y="3730338"/>
            <a:ext cx="2614569" cy="158505"/>
          </a:xfrm>
          <a:prstGeom prst="rect">
            <a:avLst/>
          </a:prstGeom>
        </p:spPr>
        <p:txBody>
          <a:bodyPr vert="horz" wrap="square" lIns="0" tIns="0" rIns="0" bIns="0" rtlCol="0">
            <a:spAutoFit/>
          </a:bodyPr>
          <a:lstStyle>
            <a:lvl1pPr>
              <a:defRPr lang="en-US" sz="1030"/>
            </a:lvl1pPr>
          </a:lstStyle>
          <a:p>
            <a:pPr marL="0" lvl="0" indent="0">
              <a:buNone/>
            </a:pPr>
            <a:r>
              <a:rPr lang="en-US"/>
              <a:t>Click to edit Master text styles</a:t>
            </a:r>
          </a:p>
        </p:txBody>
      </p:sp>
    </p:spTree>
    <p:extLst>
      <p:ext uri="{BB962C8B-B14F-4D97-AF65-F5344CB8AC3E}">
        <p14:creationId xmlns:p14="http://schemas.microsoft.com/office/powerpoint/2010/main" val="3760440955"/>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1_Four photos_with Capti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6144768"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4C58661F-95C1-B4E4-0A23-B8DF22E7890D}"/>
              </a:ext>
            </a:extLst>
          </p:cNvPr>
          <p:cNvSpPr>
            <a:spLocks noGrp="1"/>
          </p:cNvSpPr>
          <p:nvPr>
            <p:ph type="pic" sz="quarter" idx="19"/>
          </p:nvPr>
        </p:nvSpPr>
        <p:spPr bwMode="ltGray">
          <a:xfrm>
            <a:off x="438151" y="1713309"/>
            <a:ext cx="1903810" cy="1497807"/>
          </a:xfrm>
          <a:prstGeom prst="rect">
            <a:avLst/>
          </a:prstGeom>
          <a:solidFill>
            <a:srgbClr val="F4F4F7"/>
          </a:solidFill>
        </p:spPr>
        <p:txBody>
          <a:bodyPr lIns="0" tIns="0" rIns="0" bIns="731520" anchor="ctr" anchorCtr="0">
            <a:noAutofit/>
          </a:bodyPr>
          <a:lstStyle>
            <a:lvl1pPr marL="0" indent="0" algn="ctr">
              <a:lnSpc>
                <a:spcPct val="100000"/>
              </a:lnSpc>
              <a:buNone/>
              <a:defRPr sz="735"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8" name="Text Placeholder 11">
            <a:extLst>
              <a:ext uri="{FF2B5EF4-FFF2-40B4-BE49-F238E27FC236}">
                <a16:creationId xmlns:a16="http://schemas.microsoft.com/office/drawing/2014/main" id="{10B31DB7-7E61-84AD-6FD2-E7035923C566}"/>
              </a:ext>
            </a:extLst>
          </p:cNvPr>
          <p:cNvSpPr>
            <a:spLocks noGrp="1"/>
          </p:cNvSpPr>
          <p:nvPr>
            <p:ph type="body" sz="quarter" idx="16"/>
          </p:nvPr>
        </p:nvSpPr>
        <p:spPr>
          <a:xfrm>
            <a:off x="438151" y="3431328"/>
            <a:ext cx="1901774" cy="158505"/>
          </a:xfrm>
          <a:prstGeom prst="rect">
            <a:avLst/>
          </a:prstGeom>
        </p:spPr>
        <p:txBody>
          <a:bodyPr vert="horz" wrap="square" lIns="0" tIns="0" rIns="0" bIns="0" rtlCol="0" anchor="t">
            <a:spAutoFit/>
          </a:bodyPr>
          <a:lstStyle>
            <a:lvl1pPr>
              <a:defRPr lang="en-US" sz="1030">
                <a:latin typeface="+mj-lt"/>
              </a:defRPr>
            </a:lvl1pPr>
          </a:lstStyle>
          <a:p>
            <a:pPr marL="0" lvl="0" indent="0">
              <a:spcBef>
                <a:spcPts val="0"/>
              </a:spcBef>
              <a:buNone/>
            </a:pPr>
            <a:r>
              <a:rPr lang="en-US"/>
              <a:t>Click to edit Master text styles</a:t>
            </a:r>
          </a:p>
        </p:txBody>
      </p:sp>
      <p:sp>
        <p:nvSpPr>
          <p:cNvPr id="10" name="Text Placeholder 3">
            <a:extLst>
              <a:ext uri="{FF2B5EF4-FFF2-40B4-BE49-F238E27FC236}">
                <a16:creationId xmlns:a16="http://schemas.microsoft.com/office/drawing/2014/main" id="{EC05A197-25AD-0D46-72B3-478F9182C5B6}"/>
              </a:ext>
            </a:extLst>
          </p:cNvPr>
          <p:cNvSpPr>
            <a:spLocks noGrp="1"/>
          </p:cNvSpPr>
          <p:nvPr>
            <p:ph type="body" sz="quarter" idx="15"/>
          </p:nvPr>
        </p:nvSpPr>
        <p:spPr>
          <a:xfrm>
            <a:off x="439794" y="3732333"/>
            <a:ext cx="1900976" cy="135743"/>
          </a:xfrm>
          <a:prstGeom prst="rect">
            <a:avLst/>
          </a:prstGeom>
        </p:spPr>
        <p:txBody>
          <a:bodyPr vert="horz" wrap="square" lIns="0" tIns="0" rIns="0" bIns="0" rtlCol="0">
            <a:spAutoFit/>
          </a:bodyPr>
          <a:lstStyle>
            <a:lvl1pPr>
              <a:defRPr lang="en-US" sz="882"/>
            </a:lvl1pPr>
          </a:lstStyle>
          <a:p>
            <a:pPr marL="0" lvl="0" indent="0">
              <a:buNone/>
            </a:pPr>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FDC00AC3-107E-A09F-8DF5-09CDA496E0EE}"/>
              </a:ext>
            </a:extLst>
          </p:cNvPr>
          <p:cNvSpPr>
            <a:spLocks noGrp="1"/>
          </p:cNvSpPr>
          <p:nvPr>
            <p:ph type="pic" sz="quarter" idx="29"/>
          </p:nvPr>
        </p:nvSpPr>
        <p:spPr bwMode="ltGray">
          <a:xfrm>
            <a:off x="2571751" y="1713309"/>
            <a:ext cx="1903810" cy="1497807"/>
          </a:xfrm>
          <a:prstGeom prst="rect">
            <a:avLst/>
          </a:prstGeom>
          <a:solidFill>
            <a:srgbClr val="F4F4F7"/>
          </a:solidFill>
        </p:spPr>
        <p:txBody>
          <a:bodyPr lIns="0" tIns="0" rIns="0" bIns="731520" anchor="ctr" anchorCtr="0">
            <a:noAutofit/>
          </a:bodyPr>
          <a:lstStyle>
            <a:lvl1pPr marL="0" indent="0" algn="ctr">
              <a:lnSpc>
                <a:spcPct val="100000"/>
              </a:lnSpc>
              <a:buNone/>
              <a:defRPr sz="735"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11" name="Text Placeholder 11">
            <a:extLst>
              <a:ext uri="{FF2B5EF4-FFF2-40B4-BE49-F238E27FC236}">
                <a16:creationId xmlns:a16="http://schemas.microsoft.com/office/drawing/2014/main" id="{5E8CE4D2-B387-0A2B-B7D1-7F14B8920487}"/>
              </a:ext>
            </a:extLst>
          </p:cNvPr>
          <p:cNvSpPr>
            <a:spLocks noGrp="1"/>
          </p:cNvSpPr>
          <p:nvPr>
            <p:ph type="body" sz="quarter" idx="22"/>
          </p:nvPr>
        </p:nvSpPr>
        <p:spPr>
          <a:xfrm>
            <a:off x="2559845" y="3431328"/>
            <a:ext cx="1900583" cy="158505"/>
          </a:xfrm>
          <a:prstGeom prst="rect">
            <a:avLst/>
          </a:prstGeom>
        </p:spPr>
        <p:txBody>
          <a:bodyPr vert="horz" wrap="square" lIns="0" tIns="0" rIns="0" bIns="0" rtlCol="0" anchor="t">
            <a:spAutoFit/>
          </a:bodyPr>
          <a:lstStyle>
            <a:lvl1pPr>
              <a:defRPr lang="en-US" sz="1030">
                <a:latin typeface="+mj-lt"/>
              </a:defRPr>
            </a:lvl1pPr>
          </a:lstStyle>
          <a:p>
            <a:pPr marL="0" lvl="0" indent="0">
              <a:spcBef>
                <a:spcPts val="0"/>
              </a:spcBef>
              <a:buNone/>
            </a:pPr>
            <a:r>
              <a:rPr lang="en-US"/>
              <a:t>Click to edit Master text styles</a:t>
            </a:r>
          </a:p>
        </p:txBody>
      </p:sp>
      <p:sp>
        <p:nvSpPr>
          <p:cNvPr id="22" name="Text Placeholder 3">
            <a:extLst>
              <a:ext uri="{FF2B5EF4-FFF2-40B4-BE49-F238E27FC236}">
                <a16:creationId xmlns:a16="http://schemas.microsoft.com/office/drawing/2014/main" id="{A6618941-6CC1-7AAC-4FE2-94D7D46F7971}"/>
              </a:ext>
            </a:extLst>
          </p:cNvPr>
          <p:cNvSpPr>
            <a:spLocks noGrp="1"/>
          </p:cNvSpPr>
          <p:nvPr>
            <p:ph type="body" sz="quarter" idx="33"/>
          </p:nvPr>
        </p:nvSpPr>
        <p:spPr>
          <a:xfrm>
            <a:off x="2566642" y="3732333"/>
            <a:ext cx="1900976" cy="135743"/>
          </a:xfrm>
          <a:prstGeom prst="rect">
            <a:avLst/>
          </a:prstGeom>
        </p:spPr>
        <p:txBody>
          <a:bodyPr vert="horz" wrap="square" lIns="0" tIns="0" rIns="0" bIns="0" rtlCol="0">
            <a:spAutoFit/>
          </a:bodyPr>
          <a:lstStyle>
            <a:lvl1pPr>
              <a:defRPr lang="en-US" sz="882"/>
            </a:lvl1pPr>
          </a:lstStyle>
          <a:p>
            <a:pPr marL="0" lvl="0" indent="0">
              <a:buNone/>
            </a:pPr>
            <a:r>
              <a:rPr lang="en-US"/>
              <a:t>Click to edit Master text styles</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DA62A022-68CB-A937-A489-4F6F1B7467B9}"/>
              </a:ext>
            </a:extLst>
          </p:cNvPr>
          <p:cNvSpPr>
            <a:spLocks noGrp="1"/>
          </p:cNvSpPr>
          <p:nvPr>
            <p:ph type="pic" sz="quarter" idx="30"/>
          </p:nvPr>
        </p:nvSpPr>
        <p:spPr bwMode="ltGray">
          <a:xfrm>
            <a:off x="4686301" y="1713309"/>
            <a:ext cx="1903810" cy="1497807"/>
          </a:xfrm>
          <a:prstGeom prst="rect">
            <a:avLst/>
          </a:prstGeom>
          <a:solidFill>
            <a:srgbClr val="F4F4F7"/>
          </a:solidFill>
        </p:spPr>
        <p:txBody>
          <a:bodyPr lIns="0" tIns="0" rIns="0" bIns="731520" anchor="ctr" anchorCtr="0">
            <a:noAutofit/>
          </a:bodyPr>
          <a:lstStyle>
            <a:lvl1pPr marL="0" indent="0" algn="ctr">
              <a:lnSpc>
                <a:spcPct val="100000"/>
              </a:lnSpc>
              <a:buNone/>
              <a:defRPr sz="735"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18" name="Text Placeholder 11">
            <a:extLst>
              <a:ext uri="{FF2B5EF4-FFF2-40B4-BE49-F238E27FC236}">
                <a16:creationId xmlns:a16="http://schemas.microsoft.com/office/drawing/2014/main" id="{F7F06D45-B145-3780-49F6-BE617DDBDE41}"/>
              </a:ext>
            </a:extLst>
          </p:cNvPr>
          <p:cNvSpPr>
            <a:spLocks noGrp="1"/>
          </p:cNvSpPr>
          <p:nvPr>
            <p:ph type="body" sz="quarter" idx="24"/>
          </p:nvPr>
        </p:nvSpPr>
        <p:spPr>
          <a:xfrm>
            <a:off x="4680348" y="3431328"/>
            <a:ext cx="1900583" cy="158505"/>
          </a:xfrm>
          <a:prstGeom prst="rect">
            <a:avLst/>
          </a:prstGeom>
        </p:spPr>
        <p:txBody>
          <a:bodyPr vert="horz" wrap="square" lIns="0" tIns="0" rIns="0" bIns="0" rtlCol="0" anchor="t">
            <a:spAutoFit/>
          </a:bodyPr>
          <a:lstStyle>
            <a:lvl1pPr>
              <a:defRPr lang="en-US" sz="1030">
                <a:latin typeface="+mj-lt"/>
              </a:defRPr>
            </a:lvl1pPr>
          </a:lstStyle>
          <a:p>
            <a:pPr marL="0" lvl="0" indent="0">
              <a:spcBef>
                <a:spcPts val="0"/>
              </a:spcBef>
              <a:buNone/>
            </a:pPr>
            <a:r>
              <a:rPr lang="en-US"/>
              <a:t>Click to edit Master text styles</a:t>
            </a:r>
          </a:p>
        </p:txBody>
      </p:sp>
      <p:sp>
        <p:nvSpPr>
          <p:cNvPr id="23" name="Text Placeholder 3">
            <a:extLst>
              <a:ext uri="{FF2B5EF4-FFF2-40B4-BE49-F238E27FC236}">
                <a16:creationId xmlns:a16="http://schemas.microsoft.com/office/drawing/2014/main" id="{8B0B40D6-1117-8B24-4089-BB3CEF4DAF3E}"/>
              </a:ext>
            </a:extLst>
          </p:cNvPr>
          <p:cNvSpPr>
            <a:spLocks noGrp="1"/>
          </p:cNvSpPr>
          <p:nvPr>
            <p:ph type="body" sz="quarter" idx="34"/>
          </p:nvPr>
        </p:nvSpPr>
        <p:spPr>
          <a:xfrm>
            <a:off x="4676128" y="3732333"/>
            <a:ext cx="1900976" cy="135743"/>
          </a:xfrm>
          <a:prstGeom prst="rect">
            <a:avLst/>
          </a:prstGeom>
        </p:spPr>
        <p:txBody>
          <a:bodyPr vert="horz" wrap="square" lIns="0" tIns="0" rIns="0" bIns="0" rtlCol="0">
            <a:spAutoFit/>
          </a:bodyPr>
          <a:lstStyle>
            <a:lvl1pPr>
              <a:defRPr lang="en-US" sz="882"/>
            </a:lvl1pPr>
          </a:lstStyle>
          <a:p>
            <a:pPr marL="0" lvl="0" indent="0">
              <a:buNone/>
            </a:pPr>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341013BA-5459-4F89-B59D-0ADC194876D5}"/>
              </a:ext>
            </a:extLst>
          </p:cNvPr>
          <p:cNvSpPr>
            <a:spLocks noGrp="1"/>
          </p:cNvSpPr>
          <p:nvPr>
            <p:ph type="pic" sz="quarter" idx="31"/>
          </p:nvPr>
        </p:nvSpPr>
        <p:spPr bwMode="ltGray">
          <a:xfrm>
            <a:off x="6800851" y="1713309"/>
            <a:ext cx="1903810" cy="1497807"/>
          </a:xfrm>
          <a:prstGeom prst="rect">
            <a:avLst/>
          </a:prstGeom>
          <a:solidFill>
            <a:srgbClr val="F4F4F7"/>
          </a:solidFill>
        </p:spPr>
        <p:txBody>
          <a:bodyPr lIns="0" tIns="0" rIns="0" bIns="731520" anchor="ctr" anchorCtr="0">
            <a:noAutofit/>
          </a:bodyPr>
          <a:lstStyle>
            <a:lvl1pPr marL="0" indent="0" algn="ctr">
              <a:lnSpc>
                <a:spcPct val="100000"/>
              </a:lnSpc>
              <a:buNone/>
              <a:defRPr sz="735"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20" name="Text Placeholder 11">
            <a:extLst>
              <a:ext uri="{FF2B5EF4-FFF2-40B4-BE49-F238E27FC236}">
                <a16:creationId xmlns:a16="http://schemas.microsoft.com/office/drawing/2014/main" id="{9C586E8F-D3A3-C215-76A4-E3A03A5104EB}"/>
              </a:ext>
            </a:extLst>
          </p:cNvPr>
          <p:cNvSpPr>
            <a:spLocks noGrp="1"/>
          </p:cNvSpPr>
          <p:nvPr>
            <p:ph type="body" sz="quarter" idx="26"/>
          </p:nvPr>
        </p:nvSpPr>
        <p:spPr>
          <a:xfrm>
            <a:off x="6807196" y="3431328"/>
            <a:ext cx="1900583" cy="158505"/>
          </a:xfrm>
          <a:prstGeom prst="rect">
            <a:avLst/>
          </a:prstGeom>
        </p:spPr>
        <p:txBody>
          <a:bodyPr vert="horz" wrap="square" lIns="0" tIns="0" rIns="0" bIns="0" rtlCol="0" anchor="t">
            <a:spAutoFit/>
          </a:bodyPr>
          <a:lstStyle>
            <a:lvl1pPr>
              <a:defRPr lang="en-US" sz="1030">
                <a:latin typeface="+mj-lt"/>
              </a:defRPr>
            </a:lvl1pPr>
          </a:lstStyle>
          <a:p>
            <a:pPr marL="0" lvl="0" indent="0">
              <a:spcBef>
                <a:spcPts val="0"/>
              </a:spcBef>
              <a:buNone/>
            </a:pPr>
            <a:r>
              <a:rPr lang="en-US"/>
              <a:t>Click to edit Master text styles</a:t>
            </a:r>
          </a:p>
        </p:txBody>
      </p:sp>
      <p:sp>
        <p:nvSpPr>
          <p:cNvPr id="24" name="Text Placeholder 3">
            <a:extLst>
              <a:ext uri="{FF2B5EF4-FFF2-40B4-BE49-F238E27FC236}">
                <a16:creationId xmlns:a16="http://schemas.microsoft.com/office/drawing/2014/main" id="{311900E2-1D2D-6D0A-7E29-8FAEA637B2C7}"/>
              </a:ext>
            </a:extLst>
          </p:cNvPr>
          <p:cNvSpPr>
            <a:spLocks noGrp="1"/>
          </p:cNvSpPr>
          <p:nvPr>
            <p:ph type="body" sz="quarter" idx="35"/>
          </p:nvPr>
        </p:nvSpPr>
        <p:spPr>
          <a:xfrm>
            <a:off x="6811657" y="3732333"/>
            <a:ext cx="1900976" cy="135743"/>
          </a:xfrm>
          <a:prstGeom prst="rect">
            <a:avLst/>
          </a:prstGeom>
        </p:spPr>
        <p:txBody>
          <a:bodyPr vert="horz" wrap="square" lIns="0" tIns="0" rIns="0" bIns="0" rtlCol="0">
            <a:spAutoFit/>
          </a:bodyPr>
          <a:lstStyle>
            <a:lvl1pPr>
              <a:defRPr lang="en-US" sz="882"/>
            </a:lvl1pPr>
          </a:lstStyle>
          <a:p>
            <a:pPr marL="0" lvl="0" indent="0">
              <a:buNone/>
            </a:pPr>
            <a:r>
              <a:rPr lang="en-US"/>
              <a:t>Click to edit Master text styles</a:t>
            </a:r>
          </a:p>
        </p:txBody>
      </p:sp>
    </p:spTree>
    <p:extLst>
      <p:ext uri="{BB962C8B-B14F-4D97-AF65-F5344CB8AC3E}">
        <p14:creationId xmlns:p14="http://schemas.microsoft.com/office/powerpoint/2010/main" val="2484552458"/>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Summar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p:nvSpPr>
        <p:spPr bwMode="auto">
          <a:xfrm>
            <a:off x="803649" y="4752975"/>
            <a:ext cx="2000250" cy="21907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p:nvSpPr>
        <p:spPr bwMode="auto">
          <a:xfrm>
            <a:off x="-1" y="1435100"/>
            <a:ext cx="2340770" cy="3708400"/>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3267029" y="1444854"/>
            <a:ext cx="4023168"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3268673" y="1933576"/>
            <a:ext cx="402148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441197" y="1906589"/>
            <a:ext cx="1520954" cy="546945"/>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p:nvSpPr>
        <p:spPr>
          <a:xfrm>
            <a:off x="3267075"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grpSp>
        <p:nvGrpSpPr>
          <p:cNvPr id="9" name="Group 8">
            <a:extLst>
              <a:ext uri="{FF2B5EF4-FFF2-40B4-BE49-F238E27FC236}">
                <a16:creationId xmlns:a16="http://schemas.microsoft.com/office/drawing/2014/main" id="{F80D2B25-7521-D486-405F-9309E22E85E1}"/>
              </a:ext>
              <a:ext uri="{C183D7F6-B498-43B3-948B-1728B52AA6E4}">
                <adec:decorative xmlns:adec="http://schemas.microsoft.com/office/drawing/2017/decorative" val="1"/>
              </a:ext>
            </a:extLst>
          </p:cNvPr>
          <p:cNvGrpSpPr/>
          <p:nvPr/>
        </p:nvGrpSpPr>
        <p:grpSpPr>
          <a:xfrm>
            <a:off x="1922684" y="1189435"/>
            <a:ext cx="832950" cy="832950"/>
            <a:chOff x="5540700" y="2116300"/>
            <a:chExt cx="1110600" cy="1110600"/>
          </a:xfrm>
        </p:grpSpPr>
        <p:sp>
          <p:nvSpPr>
            <p:cNvPr id="10" name="Oval 9">
              <a:extLst>
                <a:ext uri="{FF2B5EF4-FFF2-40B4-BE49-F238E27FC236}">
                  <a16:creationId xmlns:a16="http://schemas.microsoft.com/office/drawing/2014/main" id="{01434F67-B3AA-41BB-E81D-4AD05F409F6D}"/>
                </a:ext>
              </a:extLst>
            </p:cNvPr>
            <p:cNvSpPr/>
            <p:nvPr/>
          </p:nvSpPr>
          <p:spPr>
            <a:xfrm>
              <a:off x="5540700" y="2116300"/>
              <a:ext cx="1110600" cy="111060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1" name="Picture 10">
              <a:extLst>
                <a:ext uri="{FF2B5EF4-FFF2-40B4-BE49-F238E27FC236}">
                  <a16:creationId xmlns:a16="http://schemas.microsoft.com/office/drawing/2014/main" id="{6D011E5C-69E1-0316-E865-3BCC8E8B2EBB}"/>
                </a:ext>
              </a:extLst>
            </p:cNvPr>
            <p:cNvPicPr/>
            <p:nvPr/>
          </p:nvPicPr>
          <p:blipFill>
            <a:blip r:embed="rId2"/>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3132000230"/>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Knowledg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p:nvSpPr>
        <p:spPr bwMode="auto">
          <a:xfrm>
            <a:off x="803649" y="4752975"/>
            <a:ext cx="2000250" cy="21907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p:nvSpPr>
        <p:spPr bwMode="auto">
          <a:xfrm>
            <a:off x="-1" y="1435100"/>
            <a:ext cx="2340770" cy="3708400"/>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3267029" y="1444854"/>
            <a:ext cx="4023168"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3268673" y="1933576"/>
            <a:ext cx="402148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441197" y="1906589"/>
            <a:ext cx="1520954" cy="546945"/>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p:nvSpPr>
        <p:spPr>
          <a:xfrm>
            <a:off x="3267075"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grpSp>
        <p:nvGrpSpPr>
          <p:cNvPr id="5" name="Group 4">
            <a:extLst>
              <a:ext uri="{FF2B5EF4-FFF2-40B4-BE49-F238E27FC236}">
                <a16:creationId xmlns:a16="http://schemas.microsoft.com/office/drawing/2014/main" id="{BA3DF09A-F855-F868-80F5-0BE1A95EAC15}"/>
              </a:ext>
              <a:ext uri="{C183D7F6-B498-43B3-948B-1728B52AA6E4}">
                <adec:decorative xmlns:adec="http://schemas.microsoft.com/office/drawing/2017/decorative" val="1"/>
              </a:ext>
            </a:extLst>
          </p:cNvPr>
          <p:cNvGrpSpPr/>
          <p:nvPr/>
        </p:nvGrpSpPr>
        <p:grpSpPr>
          <a:xfrm>
            <a:off x="1922684" y="1189435"/>
            <a:ext cx="832950" cy="832950"/>
            <a:chOff x="5540700" y="2116300"/>
            <a:chExt cx="1110600" cy="1110600"/>
          </a:xfrm>
        </p:grpSpPr>
        <p:sp>
          <p:nvSpPr>
            <p:cNvPr id="12" name="Oval 11">
              <a:extLst>
                <a:ext uri="{FF2B5EF4-FFF2-40B4-BE49-F238E27FC236}">
                  <a16:creationId xmlns:a16="http://schemas.microsoft.com/office/drawing/2014/main" id="{E02F3D99-76D3-5383-A61D-215BC38D43E1}"/>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3" name="Picture 12">
              <a:extLst>
                <a:ext uri="{FF2B5EF4-FFF2-40B4-BE49-F238E27FC236}">
                  <a16:creationId xmlns:a16="http://schemas.microsoft.com/office/drawing/2014/main" id="{136F99C5-D16E-7540-C83D-3442D1FCD55D}"/>
                </a:ext>
              </a:extLst>
            </p:cNvPr>
            <p:cNvPicPr/>
            <p:nvPr/>
          </p:nvPicPr>
          <p:blipFill>
            <a:blip r:embed="rId2"/>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900591724"/>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Lab">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p:nvSpPr>
        <p:spPr bwMode="auto">
          <a:xfrm>
            <a:off x="803649" y="4752975"/>
            <a:ext cx="2000250" cy="21907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p:nvSpPr>
        <p:spPr bwMode="auto">
          <a:xfrm>
            <a:off x="-1" y="1435100"/>
            <a:ext cx="2340770" cy="3708400"/>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3267029" y="1444854"/>
            <a:ext cx="4023168"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3268673" y="1933576"/>
            <a:ext cx="402148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441197" y="1906589"/>
            <a:ext cx="1520954" cy="546945"/>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p:nvSpPr>
        <p:spPr>
          <a:xfrm>
            <a:off x="3267075"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grpSp>
        <p:nvGrpSpPr>
          <p:cNvPr id="9" name="Group 8">
            <a:extLst>
              <a:ext uri="{FF2B5EF4-FFF2-40B4-BE49-F238E27FC236}">
                <a16:creationId xmlns:a16="http://schemas.microsoft.com/office/drawing/2014/main" id="{76EA3CFB-9697-C0F0-7B4C-7E3873DE53FB}"/>
              </a:ext>
              <a:ext uri="{C183D7F6-B498-43B3-948B-1728B52AA6E4}">
                <adec:decorative xmlns:adec="http://schemas.microsoft.com/office/drawing/2017/decorative" val="1"/>
              </a:ext>
            </a:extLst>
          </p:cNvPr>
          <p:cNvGrpSpPr/>
          <p:nvPr/>
        </p:nvGrpSpPr>
        <p:grpSpPr>
          <a:xfrm>
            <a:off x="1922684" y="1189435"/>
            <a:ext cx="832950" cy="832950"/>
            <a:chOff x="5540700" y="2116300"/>
            <a:chExt cx="1110600" cy="1110600"/>
          </a:xfrm>
        </p:grpSpPr>
        <p:sp>
          <p:nvSpPr>
            <p:cNvPr id="10" name="Oval 9">
              <a:extLst>
                <a:ext uri="{FF2B5EF4-FFF2-40B4-BE49-F238E27FC236}">
                  <a16:creationId xmlns:a16="http://schemas.microsoft.com/office/drawing/2014/main" id="{746C21DA-1493-FA44-3F9C-34E05FF08B74}"/>
                </a:ext>
              </a:extLst>
            </p:cNvPr>
            <p:cNvSpPr/>
            <p:nvPr/>
          </p:nvSpPr>
          <p:spPr>
            <a:xfrm>
              <a:off x="5540700" y="2116300"/>
              <a:ext cx="1110600" cy="1110600"/>
            </a:xfrm>
            <a:prstGeom prst="ellipse">
              <a:avLst/>
            </a:prstGeom>
            <a:solidFill>
              <a:srgbClr val="8DC8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1" name="Picture 33">
              <a:extLst>
                <a:ext uri="{FF2B5EF4-FFF2-40B4-BE49-F238E27FC236}">
                  <a16:creationId xmlns:a16="http://schemas.microsoft.com/office/drawing/2014/main" id="{645CE35C-3A93-7951-31D3-E08248B1C9C4}"/>
                </a:ext>
              </a:extLst>
            </p:cNvPr>
            <p:cNvPicPr/>
            <p:nvPr/>
          </p:nvPicPr>
          <p:blipFill>
            <a:blip>
              <a:extLst>
                <a:ext uri="{96DAC541-7B7A-43D3-8B79-37D633B846F1}">
                  <asvg:svgBlip xmlns:asvg="http://schemas.microsoft.com/office/drawing/2016/SVG/main" r:embed="rId2"/>
                </a:ext>
              </a:extLst>
            </a:blip>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1648901247"/>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Prepare for labs">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p:nvSpPr>
        <p:spPr bwMode="auto">
          <a:xfrm>
            <a:off x="803649" y="4752975"/>
            <a:ext cx="2000250" cy="21907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p:nvSpPr>
        <p:spPr bwMode="auto">
          <a:xfrm>
            <a:off x="-1" y="1435100"/>
            <a:ext cx="2340770" cy="3708400"/>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3267029" y="1444854"/>
            <a:ext cx="4023168"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3268673" y="1933576"/>
            <a:ext cx="402148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441197" y="1906589"/>
            <a:ext cx="1520954" cy="546945"/>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p:nvSpPr>
        <p:spPr>
          <a:xfrm>
            <a:off x="3267075"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grpSp>
        <p:nvGrpSpPr>
          <p:cNvPr id="9" name="Group 8">
            <a:extLst>
              <a:ext uri="{FF2B5EF4-FFF2-40B4-BE49-F238E27FC236}">
                <a16:creationId xmlns:a16="http://schemas.microsoft.com/office/drawing/2014/main" id="{F260BCEF-BA8C-42B9-D1E6-EED60C93E5F0}"/>
              </a:ext>
            </a:extLst>
          </p:cNvPr>
          <p:cNvGrpSpPr/>
          <p:nvPr/>
        </p:nvGrpSpPr>
        <p:grpSpPr>
          <a:xfrm>
            <a:off x="1922684" y="1189435"/>
            <a:ext cx="832950" cy="832950"/>
            <a:chOff x="2563579" y="1272115"/>
            <a:chExt cx="1110600" cy="1110600"/>
          </a:xfrm>
        </p:grpSpPr>
        <p:sp>
          <p:nvSpPr>
            <p:cNvPr id="10" name="Oval 9">
              <a:extLst>
                <a:ext uri="{FF2B5EF4-FFF2-40B4-BE49-F238E27FC236}">
                  <a16:creationId xmlns:a16="http://schemas.microsoft.com/office/drawing/2014/main" id="{34F743EF-1C3F-2BB6-EC5C-14389E448E71}"/>
                </a:ext>
              </a:extLst>
            </p:cNvPr>
            <p:cNvSpPr/>
            <p:nvPr/>
          </p:nvSpPr>
          <p:spPr>
            <a:xfrm>
              <a:off x="2563579" y="1272115"/>
              <a:ext cx="1110600" cy="1110600"/>
            </a:xfrm>
            <a:prstGeom prst="ellipse">
              <a:avLst/>
            </a:prstGeom>
            <a:solidFill>
              <a:srgbClr val="C5B4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1" name="Picture 10" descr="A wrench and screwdriver on a black background&#10;&#10;Description automatically generated with medium confidence">
              <a:extLst>
                <a:ext uri="{FF2B5EF4-FFF2-40B4-BE49-F238E27FC236}">
                  <a16:creationId xmlns:a16="http://schemas.microsoft.com/office/drawing/2014/main" id="{22B6CEF7-CC05-CD93-EBB0-70FB66F30432}"/>
                </a:ext>
              </a:extLst>
            </p:cNvPr>
            <p:cNvPicPr/>
            <p:nvPr/>
          </p:nvPicPr>
          <p:blipFill>
            <a:blip r:embed="rId2"/>
            <a:stretch>
              <a:fillRect/>
            </a:stretch>
          </p:blipFill>
          <p:spPr>
            <a:xfrm>
              <a:off x="2766997" y="1476753"/>
              <a:ext cx="694944" cy="694944"/>
            </a:xfrm>
            <a:prstGeom prst="rect">
              <a:avLst/>
            </a:prstGeom>
          </p:spPr>
        </p:pic>
      </p:grpSp>
    </p:spTree>
    <p:extLst>
      <p:ext uri="{BB962C8B-B14F-4D97-AF65-F5344CB8AC3E}">
        <p14:creationId xmlns:p14="http://schemas.microsoft.com/office/powerpoint/2010/main" val="3904287001"/>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Pricin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p:nvSpPr>
        <p:spPr bwMode="auto">
          <a:xfrm>
            <a:off x="803649" y="4752975"/>
            <a:ext cx="2000250" cy="21907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p:nvSpPr>
        <p:spPr bwMode="auto">
          <a:xfrm>
            <a:off x="-1" y="1435100"/>
            <a:ext cx="2340770" cy="3708400"/>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3267029" y="1444854"/>
            <a:ext cx="4023168"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3268673" y="1933576"/>
            <a:ext cx="402148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441197" y="1906589"/>
            <a:ext cx="1520954" cy="546945"/>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p:nvSpPr>
        <p:spPr>
          <a:xfrm>
            <a:off x="3267075"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grpSp>
        <p:nvGrpSpPr>
          <p:cNvPr id="5" name="Group 4">
            <a:extLst>
              <a:ext uri="{FF2B5EF4-FFF2-40B4-BE49-F238E27FC236}">
                <a16:creationId xmlns:a16="http://schemas.microsoft.com/office/drawing/2014/main" id="{F5C0986E-B689-6782-2E7B-724249108539}"/>
              </a:ext>
              <a:ext uri="{C183D7F6-B498-43B3-948B-1728B52AA6E4}">
                <adec:decorative xmlns:adec="http://schemas.microsoft.com/office/drawing/2017/decorative" val="1"/>
              </a:ext>
            </a:extLst>
          </p:cNvPr>
          <p:cNvGrpSpPr>
            <a:grpSpLocks/>
          </p:cNvGrpSpPr>
          <p:nvPr/>
        </p:nvGrpSpPr>
        <p:grpSpPr>
          <a:xfrm>
            <a:off x="1922684" y="1189435"/>
            <a:ext cx="832950" cy="832950"/>
            <a:chOff x="1742946" y="2116300"/>
            <a:chExt cx="1110600" cy="1110600"/>
          </a:xfrm>
        </p:grpSpPr>
        <p:sp>
          <p:nvSpPr>
            <p:cNvPr id="12" name="Oval 11">
              <a:extLst>
                <a:ext uri="{FF2B5EF4-FFF2-40B4-BE49-F238E27FC236}">
                  <a16:creationId xmlns:a16="http://schemas.microsoft.com/office/drawing/2014/main" id="{6CAA49E0-DE74-4741-67A0-EFF39DD2D638}"/>
                </a:ext>
              </a:extLst>
            </p:cNvPr>
            <p:cNvSpPr/>
            <p:nvPr/>
          </p:nvSpPr>
          <p:spPr>
            <a:xfrm>
              <a:off x="1742946" y="2116300"/>
              <a:ext cx="1110600" cy="111060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3" name="Picture 12">
              <a:extLst>
                <a:ext uri="{FF2B5EF4-FFF2-40B4-BE49-F238E27FC236}">
                  <a16:creationId xmlns:a16="http://schemas.microsoft.com/office/drawing/2014/main" id="{B35AFCD5-9997-32A3-C847-E02AC6233D3B}"/>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2006529" y="2335581"/>
              <a:ext cx="613466" cy="613466"/>
            </a:xfrm>
            <a:prstGeom prst="rect">
              <a:avLst/>
            </a:prstGeom>
          </p:spPr>
        </p:pic>
      </p:grpSp>
    </p:spTree>
    <p:extLst>
      <p:ext uri="{BB962C8B-B14F-4D97-AF65-F5344CB8AC3E}">
        <p14:creationId xmlns:p14="http://schemas.microsoft.com/office/powerpoint/2010/main" val="3771046129"/>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UI La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p:nvSpPr>
        <p:spPr>
          <a:xfrm>
            <a:off x="441197" y="969559"/>
            <a:ext cx="7556231" cy="3562478"/>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34483" tIns="201724" rIns="201724" bIns="134483" rtlCol="0" anchor="t"/>
          <a:lstStyle/>
          <a:p>
            <a:pPr marL="0" marR="0" lvl="0" indent="0" algn="l" defTabSz="685938" rtl="0" eaLnBrk="1" fontAlgn="auto" latinLnBrk="0" hangingPunct="1">
              <a:lnSpc>
                <a:spcPct val="100000"/>
              </a:lnSpc>
              <a:spcBef>
                <a:spcPct val="20000"/>
              </a:spcBef>
              <a:spcAft>
                <a:spcPts val="0"/>
              </a:spcAft>
              <a:buClrTx/>
              <a:buSzPct val="90000"/>
              <a:buFontTx/>
              <a:buNone/>
              <a:tabLst/>
              <a:defRPr/>
            </a:pPr>
            <a:endParaRPr kumimoji="0" lang="en-US" sz="1324"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grpSp>
        <p:nvGrpSpPr>
          <p:cNvPr id="5" name="Group 4">
            <a:extLst>
              <a:ext uri="{FF2B5EF4-FFF2-40B4-BE49-F238E27FC236}">
                <a16:creationId xmlns:a16="http://schemas.microsoft.com/office/drawing/2014/main" id="{6E20E92D-9C4E-2BF7-F5C3-1126C809696B}"/>
              </a:ext>
            </a:extLst>
          </p:cNvPr>
          <p:cNvGrpSpPr/>
          <p:nvPr/>
        </p:nvGrpSpPr>
        <p:grpSpPr>
          <a:xfrm>
            <a:off x="7584261" y="670323"/>
            <a:ext cx="832950" cy="832950"/>
            <a:chOff x="10112348" y="738519"/>
            <a:chExt cx="1110600" cy="1110600"/>
          </a:xfrm>
        </p:grpSpPr>
        <p:sp>
          <p:nvSpPr>
            <p:cNvPr id="10" name="Oval 9">
              <a:extLst>
                <a:ext uri="{FF2B5EF4-FFF2-40B4-BE49-F238E27FC236}">
                  <a16:creationId xmlns:a16="http://schemas.microsoft.com/office/drawing/2014/main" id="{7567CE8E-AD7A-BEDE-7D43-4F2561774537}"/>
                </a:ext>
              </a:extLst>
            </p:cNvPr>
            <p:cNvSpPr/>
            <p:nvPr/>
          </p:nvSpPr>
          <p:spPr>
            <a:xfrm>
              <a:off x="10112348" y="738519"/>
              <a:ext cx="1110600" cy="1110600"/>
            </a:xfrm>
            <a:prstGeom prst="ellipse">
              <a:avLst/>
            </a:prstGeom>
            <a:solidFill>
              <a:srgbClr val="C5B4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1" name="Picture 10" descr="A wrench and screwdriver on a black background&#10;&#10;Description automatically generated with medium confidence">
              <a:extLst>
                <a:ext uri="{FF2B5EF4-FFF2-40B4-BE49-F238E27FC236}">
                  <a16:creationId xmlns:a16="http://schemas.microsoft.com/office/drawing/2014/main" id="{081CBB52-335F-8D52-200D-2D007D689042}"/>
                </a:ext>
              </a:extLst>
            </p:cNvPr>
            <p:cNvPicPr/>
            <p:nvPr/>
          </p:nvPicPr>
          <p:blipFill>
            <a:blip r:embed="rId2"/>
            <a:stretch>
              <a:fillRect/>
            </a:stretch>
          </p:blipFill>
          <p:spPr>
            <a:xfrm>
              <a:off x="10315766" y="945273"/>
              <a:ext cx="694944" cy="694944"/>
            </a:xfrm>
            <a:prstGeom prst="rect">
              <a:avLst/>
            </a:prstGeom>
          </p:spPr>
        </p:pic>
      </p:grpSp>
    </p:spTree>
    <p:extLst>
      <p:ext uri="{BB962C8B-B14F-4D97-AF65-F5344CB8AC3E}">
        <p14:creationId xmlns:p14="http://schemas.microsoft.com/office/powerpoint/2010/main" val="1311203924"/>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Pricing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p:nvSpPr>
        <p:spPr>
          <a:xfrm>
            <a:off x="441197" y="969559"/>
            <a:ext cx="7556231" cy="3562478"/>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34483" tIns="201724" rIns="201724" bIns="134483" rtlCol="0" anchor="t"/>
          <a:lstStyle/>
          <a:p>
            <a:pPr marL="0" marR="0" lvl="0" indent="0" algn="l" defTabSz="685938" rtl="0" eaLnBrk="1" fontAlgn="auto" latinLnBrk="0" hangingPunct="1">
              <a:lnSpc>
                <a:spcPct val="100000"/>
              </a:lnSpc>
              <a:spcBef>
                <a:spcPct val="20000"/>
              </a:spcBef>
              <a:spcAft>
                <a:spcPts val="0"/>
              </a:spcAft>
              <a:buClrTx/>
              <a:buSzPct val="90000"/>
              <a:buFontTx/>
              <a:buNone/>
              <a:tabLst/>
              <a:defRPr/>
            </a:pPr>
            <a:endParaRPr kumimoji="0" lang="en-US" sz="1324"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grpSp>
        <p:nvGrpSpPr>
          <p:cNvPr id="4" name="Group 3">
            <a:extLst>
              <a:ext uri="{FF2B5EF4-FFF2-40B4-BE49-F238E27FC236}">
                <a16:creationId xmlns:a16="http://schemas.microsoft.com/office/drawing/2014/main" id="{EB724FB4-110F-14DB-C9A2-8DC893034C9B}"/>
              </a:ext>
              <a:ext uri="{C183D7F6-B498-43B3-948B-1728B52AA6E4}">
                <adec:decorative xmlns:adec="http://schemas.microsoft.com/office/drawing/2017/decorative" val="1"/>
              </a:ext>
            </a:extLst>
          </p:cNvPr>
          <p:cNvGrpSpPr/>
          <p:nvPr/>
        </p:nvGrpSpPr>
        <p:grpSpPr>
          <a:xfrm>
            <a:off x="7580954" y="670323"/>
            <a:ext cx="832950" cy="832950"/>
            <a:chOff x="1742946" y="2116300"/>
            <a:chExt cx="1110600" cy="1110600"/>
          </a:xfrm>
        </p:grpSpPr>
        <p:sp>
          <p:nvSpPr>
            <p:cNvPr id="6" name="Oval 5">
              <a:extLst>
                <a:ext uri="{FF2B5EF4-FFF2-40B4-BE49-F238E27FC236}">
                  <a16:creationId xmlns:a16="http://schemas.microsoft.com/office/drawing/2014/main" id="{CEC0BCC3-7EC5-6F81-B1AA-80A4894ABF0C}"/>
                </a:ext>
              </a:extLst>
            </p:cNvPr>
            <p:cNvSpPr/>
            <p:nvPr/>
          </p:nvSpPr>
          <p:spPr>
            <a:xfrm>
              <a:off x="1742946" y="2116300"/>
              <a:ext cx="1110600" cy="111060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7" name="Picture 6">
              <a:extLst>
                <a:ext uri="{FF2B5EF4-FFF2-40B4-BE49-F238E27FC236}">
                  <a16:creationId xmlns:a16="http://schemas.microsoft.com/office/drawing/2014/main" id="{9D467AA4-32D7-985C-93B4-6A2CF9D380C2}"/>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2006529" y="2335581"/>
              <a:ext cx="613466" cy="613466"/>
            </a:xfrm>
            <a:prstGeom prst="rect">
              <a:avLst/>
            </a:prstGeom>
          </p:spPr>
        </p:pic>
      </p:grpSp>
    </p:spTree>
    <p:extLst>
      <p:ext uri="{BB962C8B-B14F-4D97-AF65-F5344CB8AC3E}">
        <p14:creationId xmlns:p14="http://schemas.microsoft.com/office/powerpoint/2010/main" val="1906266932"/>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2-column_Callout_with Image">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A0C1B43-5B0F-7090-B43D-4D154AC01AF9}"/>
              </a:ext>
              <a:ext uri="{C183D7F6-B498-43B3-948B-1728B52AA6E4}">
                <adec:decorative xmlns:adec="http://schemas.microsoft.com/office/drawing/2017/decorative" val="1"/>
              </a:ext>
            </a:extLst>
          </p:cNvPr>
          <p:cNvSpPr/>
          <p:nvPr/>
        </p:nvSpPr>
        <p:spPr bwMode="auto">
          <a:xfrm>
            <a:off x="803649" y="4752975"/>
            <a:ext cx="2000250" cy="21907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6" name="Footer Placeholder 2">
            <a:extLst>
              <a:ext uri="{FF2B5EF4-FFF2-40B4-BE49-F238E27FC236}">
                <a16:creationId xmlns:a16="http://schemas.microsoft.com/office/drawing/2014/main" id="{2E22E512-824E-5687-C33B-5B41FE43E981}"/>
              </a:ext>
            </a:extLst>
          </p:cNvPr>
          <p:cNvSpPr txBox="1">
            <a:spLocks/>
          </p:cNvSpPr>
          <p:nvPr/>
        </p:nvSpPr>
        <p:spPr>
          <a:xfrm>
            <a:off x="3267075"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3048000" y="969175"/>
            <a:ext cx="5651897" cy="2459826"/>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3048000" y="3622732"/>
            <a:ext cx="5651897" cy="320409"/>
          </a:xfrm>
          <a:prstGeom prst="rect">
            <a:avLst/>
          </a:prstGeom>
        </p:spPr>
        <p:txBody>
          <a:bodyPr anchor="t"/>
          <a:lstStyle>
            <a:lvl1pPr marL="0" indent="0">
              <a:spcBef>
                <a:spcPts val="0"/>
              </a:spcBef>
              <a:buNone/>
              <a:defRPr sz="882">
                <a:solidFill>
                  <a:schemeClr val="tx1"/>
                </a:solidFill>
                <a:latin typeface="+mj-lt"/>
              </a:defRPr>
            </a:lvl1pPr>
          </a:lstStyle>
          <a:p>
            <a:pPr lvl="0"/>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3054797" y="3923735"/>
            <a:ext cx="5645100" cy="297774"/>
          </a:xfrm>
          <a:prstGeom prst="rect">
            <a:avLst/>
          </a:prstGeom>
        </p:spPr>
        <p:txBody>
          <a:bodyPr wrap="square">
            <a:spAutoFit/>
          </a:bodyPr>
          <a:lstStyle>
            <a:lvl1pPr marL="0" indent="0">
              <a:buFont typeface="Arial" panose="020B0604020202020204" pitchFamily="34" charset="0"/>
              <a:buNone/>
              <a:defRPr sz="735">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5" name="Rectangle: Single Corner Rounded 4">
            <a:extLst>
              <a:ext uri="{FF2B5EF4-FFF2-40B4-BE49-F238E27FC236}">
                <a16:creationId xmlns:a16="http://schemas.microsoft.com/office/drawing/2014/main" id="{F30B2090-3FEF-BD7A-3D1A-F15263CED050}"/>
              </a:ext>
              <a:ext uri="{C183D7F6-B498-43B3-948B-1728B52AA6E4}">
                <adec:decorative xmlns:adec="http://schemas.microsoft.com/office/drawing/2017/decorative" val="1"/>
              </a:ext>
            </a:extLst>
          </p:cNvPr>
          <p:cNvSpPr/>
          <p:nvPr/>
        </p:nvSpPr>
        <p:spPr bwMode="auto">
          <a:xfrm>
            <a:off x="-1" y="969174"/>
            <a:ext cx="2340770" cy="4174326"/>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9" name="Text Placeholder 11">
            <a:extLst>
              <a:ext uri="{FF2B5EF4-FFF2-40B4-BE49-F238E27FC236}">
                <a16:creationId xmlns:a16="http://schemas.microsoft.com/office/drawing/2014/main" id="{69AA33E8-65E2-5482-066C-B301F74B3FCC}"/>
              </a:ext>
            </a:extLst>
          </p:cNvPr>
          <p:cNvSpPr>
            <a:spLocks noGrp="1"/>
          </p:cNvSpPr>
          <p:nvPr>
            <p:ph type="body" sz="quarter" idx="34"/>
          </p:nvPr>
        </p:nvSpPr>
        <p:spPr>
          <a:xfrm>
            <a:off x="441197" y="1657576"/>
            <a:ext cx="1584940" cy="546945"/>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958542307"/>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Learn Clickdown">
    <p:bg>
      <p:bgPr>
        <a:solidFill>
          <a:srgbClr val="E8E6D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E890A9B-98DE-E407-1677-225E1CB27E04}"/>
              </a:ext>
              <a:ext uri="{C183D7F6-B498-43B3-948B-1728B52AA6E4}">
                <adec:decorative xmlns:adec="http://schemas.microsoft.com/office/drawing/2017/decorative" val="1"/>
              </a:ext>
            </a:extLst>
          </p:cNvPr>
          <p:cNvSpPr/>
          <p:nvPr/>
        </p:nvSpPr>
        <p:spPr bwMode="auto">
          <a:xfrm>
            <a:off x="1416" y="0"/>
            <a:ext cx="5168674" cy="51435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Rectangle: Top Corners Rounded 1">
            <a:extLst>
              <a:ext uri="{FF2B5EF4-FFF2-40B4-BE49-F238E27FC236}">
                <a16:creationId xmlns:a16="http://schemas.microsoft.com/office/drawing/2014/main" id="{960FA2C5-0F45-1F96-1312-4AD604060381}"/>
              </a:ext>
              <a:ext uri="{C183D7F6-B498-43B3-948B-1728B52AA6E4}">
                <adec:decorative xmlns:adec="http://schemas.microsoft.com/office/drawing/2017/decorative" val="1"/>
              </a:ext>
            </a:extLst>
          </p:cNvPr>
          <p:cNvSpPr>
            <a:spLocks/>
          </p:cNvSpPr>
          <p:nvPr/>
        </p:nvSpPr>
        <p:spPr bwMode="auto">
          <a:xfrm rot="16200000" flipH="1">
            <a:off x="5969001" y="1011299"/>
            <a:ext cx="2844802" cy="3530599"/>
          </a:xfrm>
          <a:prstGeom prst="round2SameRect">
            <a:avLst>
              <a:gd name="adj1" fmla="val 2163"/>
              <a:gd name="adj2" fmla="val 0"/>
            </a:avLst>
          </a:prstGeom>
          <a:solidFill>
            <a:srgbClr val="E8E6DF"/>
          </a:solidFill>
          <a:ln w="6350">
            <a:noFill/>
          </a:ln>
          <a:effectLst>
            <a:outerShdw blurRad="127000" dist="76200" dir="9600000" algn="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none" lIns="201724" tIns="0" rIns="201724" bIns="67241" numCol="1" spcCol="0" rtlCol="0" fromWordArt="0" anchor="ctr"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471" b="0" i="0" u="none" strike="noStrike" kern="1200" cap="none" spc="0" normalizeH="0" baseline="30000" noProof="0" dirty="0">
              <a:ln>
                <a:noFill/>
              </a:ln>
              <a:solidFill>
                <a:srgbClr val="FFFFFF"/>
              </a:solidFill>
              <a:effectLst/>
              <a:uLnTx/>
              <a:uFillTx/>
              <a:latin typeface="Segoe UI"/>
              <a:ea typeface="+mn-ea"/>
              <a:cs typeface="+mn-cs"/>
            </a:endParaRPr>
          </a:p>
        </p:txBody>
      </p:sp>
      <p:pic>
        <p:nvPicPr>
          <p:cNvPr id="3" name="Picture 2">
            <a:extLst>
              <a:ext uri="{FF2B5EF4-FFF2-40B4-BE49-F238E27FC236}">
                <a16:creationId xmlns:a16="http://schemas.microsoft.com/office/drawing/2014/main" id="{C7858406-DE31-8249-0E02-6D12B1500EBC}"/>
              </a:ext>
              <a:ext uri="{C183D7F6-B498-43B3-948B-1728B52AA6E4}">
                <adec:decorative xmlns:adec="http://schemas.microsoft.com/office/drawing/2017/decorative" val="1"/>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5594165" y="1319374"/>
            <a:ext cx="3553407" cy="2903010"/>
          </a:xfrm>
          <a:prstGeom prst="rect">
            <a:avLst/>
          </a:prstGeom>
          <a:noFill/>
          <a:ln w="38100">
            <a:noFill/>
          </a:ln>
          <a:effectLst/>
        </p:spPr>
      </p:pic>
      <p:sp>
        <p:nvSpPr>
          <p:cNvPr id="4" name="Picture Placeholder" descr="This photo is a 'placeholder' only. Drag or drop your photo here, or click and tap the center to insert a photo.">
            <a:extLst>
              <a:ext uri="{FF2B5EF4-FFF2-40B4-BE49-F238E27FC236}">
                <a16:creationId xmlns:a16="http://schemas.microsoft.com/office/drawing/2014/main" id="{D5402C46-D31C-FDEF-C231-716FBE6417FF}"/>
              </a:ext>
            </a:extLst>
          </p:cNvPr>
          <p:cNvSpPr>
            <a:spLocks noGrp="1"/>
          </p:cNvSpPr>
          <p:nvPr>
            <p:ph type="pic" sz="quarter" idx="20" hasCustomPrompt="1"/>
          </p:nvPr>
        </p:nvSpPr>
        <p:spPr bwMode="ltGray">
          <a:xfrm>
            <a:off x="5793582" y="1531144"/>
            <a:ext cx="3350419" cy="2483643"/>
          </a:xfrm>
          <a:prstGeom prst="rect">
            <a:avLst/>
          </a:prstGeom>
          <a:solidFill>
            <a:srgbClr val="F4F4F7"/>
          </a:solidFill>
          <a:ln>
            <a:noFill/>
          </a:ln>
        </p:spPr>
        <p:txBody>
          <a:bodyPr lIns="914400" tIns="0" rIns="914400" bIns="146304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website screenshot here or click or tap icon below to insert</a:t>
            </a:r>
          </a:p>
          <a:p>
            <a:endParaRPr lang="en-US" dirty="0"/>
          </a:p>
          <a:p>
            <a:endParaRPr lang="en-US" dirty="0"/>
          </a:p>
        </p:txBody>
      </p:sp>
      <p:sp>
        <p:nvSpPr>
          <p:cNvPr id="5" name="Title 1">
            <a:extLst>
              <a:ext uri="{FF2B5EF4-FFF2-40B4-BE49-F238E27FC236}">
                <a16:creationId xmlns:a16="http://schemas.microsoft.com/office/drawing/2014/main" id="{7B5F9DFC-8F86-66C5-68A6-019BCDEDB8C2}"/>
              </a:ext>
            </a:extLst>
          </p:cNvPr>
          <p:cNvSpPr>
            <a:spLocks noGrp="1"/>
          </p:cNvSpPr>
          <p:nvPr>
            <p:ph type="title"/>
          </p:nvPr>
        </p:nvSpPr>
        <p:spPr>
          <a:xfrm>
            <a:off x="441198" y="438913"/>
            <a:ext cx="4239151"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10" name="Text Placeholder 11">
            <a:extLst>
              <a:ext uri="{FF2B5EF4-FFF2-40B4-BE49-F238E27FC236}">
                <a16:creationId xmlns:a16="http://schemas.microsoft.com/office/drawing/2014/main" id="{5FD7D075-9E51-3CE8-5505-AE5C8CAB0439}"/>
              </a:ext>
            </a:extLst>
          </p:cNvPr>
          <p:cNvSpPr>
            <a:spLocks noGrp="1"/>
          </p:cNvSpPr>
          <p:nvPr>
            <p:ph type="body" sz="quarter" idx="16"/>
          </p:nvPr>
        </p:nvSpPr>
        <p:spPr>
          <a:xfrm>
            <a:off x="438150" y="1195617"/>
            <a:ext cx="4240930"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11" name="Text Placeholder 3">
            <a:extLst>
              <a:ext uri="{FF2B5EF4-FFF2-40B4-BE49-F238E27FC236}">
                <a16:creationId xmlns:a16="http://schemas.microsoft.com/office/drawing/2014/main" id="{F4BA9016-5747-B1D1-36DE-145A4E94C4B2}"/>
              </a:ext>
            </a:extLst>
          </p:cNvPr>
          <p:cNvSpPr>
            <a:spLocks noGrp="1"/>
          </p:cNvSpPr>
          <p:nvPr>
            <p:ph type="body" sz="quarter" idx="15"/>
          </p:nvPr>
        </p:nvSpPr>
        <p:spPr>
          <a:xfrm>
            <a:off x="439793" y="1564324"/>
            <a:ext cx="4239151"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7" name="Footer Placeholder 2">
            <a:extLst>
              <a:ext uri="{FF2B5EF4-FFF2-40B4-BE49-F238E27FC236}">
                <a16:creationId xmlns:a16="http://schemas.microsoft.com/office/drawing/2014/main" id="{6F36D75B-95FF-2F0D-75F2-EF58B69B29D9}"/>
              </a:ext>
            </a:extLst>
          </p:cNvPr>
          <p:cNvSpPr txBox="1">
            <a:spLocks/>
          </p:cNvSpPr>
          <p:nvPr/>
        </p:nvSpPr>
        <p:spPr>
          <a:xfrm>
            <a:off x="434579"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437921349"/>
      </p:ext>
    </p:extLst>
  </p:cSld>
  <p:clrMapOvr>
    <a:masterClrMapping/>
  </p:clrMapOvr>
  <p:transition>
    <p:fade/>
  </p:transition>
  <p:hf sldNum="0" hdr="0" ftr="0" dt="0"/>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12">
          <p15:clr>
            <a:srgbClr val="5ACBF0"/>
          </p15:clr>
        </p15:guide>
        <p15:guide id="29" orient="horz" pos="1272">
          <p15:clr>
            <a:srgbClr val="5ACBF0"/>
          </p15:clr>
        </p15:guide>
        <p15:guide id="30" orient="horz" pos="288">
          <p15:clr>
            <a:srgbClr val="5ACBF0"/>
          </p15:clr>
        </p15:guide>
        <p15:guide id="31" orient="horz" pos="3600">
          <p15:clr>
            <a:srgbClr val="FBAE40"/>
          </p15:clr>
        </p15:guide>
        <p15:guide id="32" orient="horz" pos="3408">
          <p15:clr>
            <a:srgbClr val="FBAE40"/>
          </p15:clr>
        </p15:guide>
        <p15:guide id="33" pos="1080">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Blank_with 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spTree>
    <p:extLst>
      <p:ext uri="{BB962C8B-B14F-4D97-AF65-F5344CB8AC3E}">
        <p14:creationId xmlns:p14="http://schemas.microsoft.com/office/powerpoint/2010/main" val="918608059"/>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Blank_with Head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1407409344"/>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Blank_with Head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spTree>
    <p:extLst>
      <p:ext uri="{BB962C8B-B14F-4D97-AF65-F5344CB8AC3E}">
        <p14:creationId xmlns:p14="http://schemas.microsoft.com/office/powerpoint/2010/main" val="3965881003"/>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1-column contain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p:nvSpPr>
        <p:spPr>
          <a:xfrm>
            <a:off x="441197" y="969559"/>
            <a:ext cx="7556231" cy="3562478"/>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34483" tIns="201724" rIns="201724" bIns="134483" rtlCol="0" anchor="t"/>
          <a:lstStyle/>
          <a:p>
            <a:pPr marL="0" marR="0" lvl="0" indent="0" algn="l" defTabSz="685938" rtl="0" eaLnBrk="1" fontAlgn="auto" latinLnBrk="0" hangingPunct="1">
              <a:lnSpc>
                <a:spcPct val="100000"/>
              </a:lnSpc>
              <a:spcBef>
                <a:spcPct val="20000"/>
              </a:spcBef>
              <a:spcAft>
                <a:spcPts val="0"/>
              </a:spcAft>
              <a:buClrTx/>
              <a:buSzPct val="90000"/>
              <a:buFontTx/>
              <a:buNone/>
              <a:tabLst/>
              <a:defRPr/>
            </a:pPr>
            <a:endParaRPr kumimoji="0" lang="en-US" sz="1324"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926306" y="1328967"/>
            <a:ext cx="6584087"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927949" y="1697674"/>
            <a:ext cx="6581324"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123002068"/>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Knowledge Chec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p:nvSpPr>
        <p:spPr>
          <a:xfrm>
            <a:off x="441197" y="969559"/>
            <a:ext cx="7556231" cy="3562478"/>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34483" tIns="201724" rIns="201724" bIns="134483" rtlCol="0" anchor="t"/>
          <a:lstStyle/>
          <a:p>
            <a:pPr marL="0" marR="0" lvl="0" indent="0" algn="l" defTabSz="685938" rtl="0" eaLnBrk="1" fontAlgn="auto" latinLnBrk="0" hangingPunct="1">
              <a:lnSpc>
                <a:spcPct val="100000"/>
              </a:lnSpc>
              <a:spcBef>
                <a:spcPct val="20000"/>
              </a:spcBef>
              <a:spcAft>
                <a:spcPts val="0"/>
              </a:spcAft>
              <a:buClrTx/>
              <a:buSzPct val="90000"/>
              <a:buFontTx/>
              <a:buNone/>
              <a:tabLst/>
              <a:defRPr/>
            </a:pPr>
            <a:endParaRPr kumimoji="0" lang="en-US" sz="1324"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926306" y="1195614"/>
            <a:ext cx="6584087" cy="607987"/>
          </a:xfrm>
          <a:prstGeom prst="rect">
            <a:avLst/>
          </a:prstGeom>
        </p:spPr>
        <p:txBody>
          <a:bodyPr anchor="t"/>
          <a:lstStyle>
            <a:lvl1pPr marL="0" indent="0">
              <a:spcBef>
                <a:spcPts val="0"/>
              </a:spcBef>
              <a:buNone/>
              <a:defRPr lang="en-US" sz="103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1"/>
            <a:r>
              <a:rPr lang="en-US"/>
              <a:t>Second level</a:t>
            </a:r>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927949" y="1495594"/>
            <a:ext cx="6581324" cy="343171"/>
          </a:xfrm>
          <a:prstGeom prst="rect">
            <a:avLst/>
          </a:prstGeom>
        </p:spPr>
        <p:txBody>
          <a:bodyPr wrap="square" lIns="91440">
            <a:spAutoFit/>
          </a:bodyPr>
          <a:lstStyle>
            <a:lvl1pPr marL="100867" indent="-100867">
              <a:buFont typeface="Segoe UI" panose="020B0502040204020203" pitchFamily="34" charset="0"/>
              <a:buChar char="⃣"/>
              <a:defRPr sz="1030">
                <a:solidFill>
                  <a:schemeClr val="tx1"/>
                </a:solidFill>
              </a:defRPr>
            </a:lvl1pPr>
            <a:lvl2pPr marL="195010" indent="-94143">
              <a:buFont typeface="Segoe UI" panose="020B0502040204020203" pitchFamily="34" charset="0"/>
              <a:buChar char="⃣"/>
              <a:defRPr>
                <a:solidFill>
                  <a:schemeClr val="tx1"/>
                </a:solidFill>
              </a:defRPr>
            </a:lvl2pPr>
            <a:lvl3pPr marL="282429" indent="-87418">
              <a:buFont typeface="Segoe UI" panose="020B0502040204020203"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grpSp>
        <p:nvGrpSpPr>
          <p:cNvPr id="7" name="Group 6">
            <a:extLst>
              <a:ext uri="{FF2B5EF4-FFF2-40B4-BE49-F238E27FC236}">
                <a16:creationId xmlns:a16="http://schemas.microsoft.com/office/drawing/2014/main" id="{4AAEF9DE-7B32-1B2A-6337-669A0D5B5567}"/>
              </a:ext>
              <a:ext uri="{C183D7F6-B498-43B3-948B-1728B52AA6E4}">
                <adec:decorative xmlns:adec="http://schemas.microsoft.com/office/drawing/2017/decorative" val="1"/>
              </a:ext>
            </a:extLst>
          </p:cNvPr>
          <p:cNvGrpSpPr/>
          <p:nvPr/>
        </p:nvGrpSpPr>
        <p:grpSpPr>
          <a:xfrm>
            <a:off x="7580954" y="670323"/>
            <a:ext cx="832950" cy="832950"/>
            <a:chOff x="5540700" y="2116300"/>
            <a:chExt cx="1110600" cy="1110600"/>
          </a:xfrm>
        </p:grpSpPr>
        <p:sp>
          <p:nvSpPr>
            <p:cNvPr id="8" name="Oval 7">
              <a:extLst>
                <a:ext uri="{FF2B5EF4-FFF2-40B4-BE49-F238E27FC236}">
                  <a16:creationId xmlns:a16="http://schemas.microsoft.com/office/drawing/2014/main" id="{BF3C713F-0819-4E66-4E37-3D4AEBB16C45}"/>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66B6D0E4-ABDA-CFF0-8DBA-13CB318211E8}"/>
                </a:ext>
              </a:extLst>
            </p:cNvPr>
            <p:cNvPicPr/>
            <p:nvPr/>
          </p:nvPicPr>
          <p:blipFill>
            <a:blip r:embed="rId2"/>
            <a:srcRect/>
            <a:stretch/>
          </p:blipFill>
          <p:spPr>
            <a:xfrm>
              <a:off x="5749602" y="2325202"/>
              <a:ext cx="692796" cy="692796"/>
            </a:xfrm>
            <a:prstGeom prst="rect">
              <a:avLst/>
            </a:prstGeom>
            <a:noFill/>
          </p:spPr>
        </p:pic>
      </p:grpSp>
      <p:sp>
        <p:nvSpPr>
          <p:cNvPr id="12" name="Text Placeholder 11">
            <a:extLst>
              <a:ext uri="{FF2B5EF4-FFF2-40B4-BE49-F238E27FC236}">
                <a16:creationId xmlns:a16="http://schemas.microsoft.com/office/drawing/2014/main" id="{EA7BF95A-A491-AA6A-78B7-D238998E4354}"/>
              </a:ext>
            </a:extLst>
          </p:cNvPr>
          <p:cNvSpPr>
            <a:spLocks noGrp="1"/>
          </p:cNvSpPr>
          <p:nvPr>
            <p:ph type="body" sz="quarter" idx="20"/>
          </p:nvPr>
        </p:nvSpPr>
        <p:spPr>
          <a:xfrm>
            <a:off x="926306" y="3369324"/>
            <a:ext cx="6584087" cy="343171"/>
          </a:xfrm>
          <a:prstGeom prst="rect">
            <a:avLst/>
          </a:prstGeom>
        </p:spPr>
        <p:txBody>
          <a:bodyPr anchor="t"/>
          <a:lstStyle>
            <a:lvl1pPr marL="0" indent="0">
              <a:spcBef>
                <a:spcPts val="0"/>
              </a:spcBef>
              <a:buNone/>
              <a:defRPr sz="103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FC885C31-00F8-2C8C-ACC7-B0A21820E6E2}"/>
              </a:ext>
            </a:extLst>
          </p:cNvPr>
          <p:cNvSpPr>
            <a:spLocks noGrp="1"/>
          </p:cNvSpPr>
          <p:nvPr>
            <p:ph type="body" sz="quarter" idx="21"/>
          </p:nvPr>
        </p:nvSpPr>
        <p:spPr>
          <a:xfrm>
            <a:off x="927949" y="3674066"/>
            <a:ext cx="6581324" cy="343171"/>
          </a:xfrm>
          <a:prstGeom prst="rect">
            <a:avLst/>
          </a:prstGeom>
        </p:spPr>
        <p:txBody>
          <a:bodyPr wrap="square" lIns="91440">
            <a:spAutoFit/>
          </a:bodyPr>
          <a:lstStyle>
            <a:lvl1pPr marL="100867" indent="-100867">
              <a:buFont typeface="Segoe UI" panose="020B0502040204020203" pitchFamily="34" charset="0"/>
              <a:buChar char="⃣"/>
              <a:defRPr sz="1030">
                <a:solidFill>
                  <a:schemeClr val="tx1"/>
                </a:solidFill>
              </a:defRPr>
            </a:lvl1pPr>
            <a:lvl2pPr marL="195010" indent="-94143">
              <a:buFont typeface="Segoe UI" panose="020B0502040204020203" pitchFamily="34" charset="0"/>
              <a:buChar char="⃣"/>
              <a:defRPr>
                <a:solidFill>
                  <a:schemeClr val="tx1"/>
                </a:solidFill>
              </a:defRPr>
            </a:lvl2pPr>
            <a:lvl3pPr marL="282429" indent="-87418">
              <a:buFont typeface="Segoe UI" panose="020B0502040204020203"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18" name="Text Placeholder 11">
            <a:extLst>
              <a:ext uri="{FF2B5EF4-FFF2-40B4-BE49-F238E27FC236}">
                <a16:creationId xmlns:a16="http://schemas.microsoft.com/office/drawing/2014/main" id="{C801E9AC-93F9-F06B-9038-5F1AAD2E0D8A}"/>
              </a:ext>
            </a:extLst>
          </p:cNvPr>
          <p:cNvSpPr>
            <a:spLocks noGrp="1"/>
          </p:cNvSpPr>
          <p:nvPr>
            <p:ph type="body" sz="quarter" idx="22"/>
          </p:nvPr>
        </p:nvSpPr>
        <p:spPr>
          <a:xfrm>
            <a:off x="926306" y="2282018"/>
            <a:ext cx="6584087" cy="607987"/>
          </a:xfrm>
          <a:prstGeom prst="rect">
            <a:avLst/>
          </a:prstGeom>
        </p:spPr>
        <p:txBody>
          <a:bodyPr anchor="t"/>
          <a:lstStyle>
            <a:lvl1pPr marL="0" indent="0">
              <a:spcBef>
                <a:spcPts val="0"/>
              </a:spcBef>
              <a:buNone/>
              <a:defRPr lang="en-US" sz="103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1"/>
            <a:r>
              <a:rPr lang="en-US"/>
              <a:t>Second level</a:t>
            </a:r>
          </a:p>
        </p:txBody>
      </p:sp>
      <p:sp>
        <p:nvSpPr>
          <p:cNvPr id="19" name="Text Placeholder 3">
            <a:extLst>
              <a:ext uri="{FF2B5EF4-FFF2-40B4-BE49-F238E27FC236}">
                <a16:creationId xmlns:a16="http://schemas.microsoft.com/office/drawing/2014/main" id="{3EC43E23-35AD-52A6-0DE8-366F8CC32F9A}"/>
              </a:ext>
            </a:extLst>
          </p:cNvPr>
          <p:cNvSpPr>
            <a:spLocks noGrp="1"/>
          </p:cNvSpPr>
          <p:nvPr>
            <p:ph type="body" sz="quarter" idx="23"/>
          </p:nvPr>
        </p:nvSpPr>
        <p:spPr>
          <a:xfrm>
            <a:off x="927949" y="2586760"/>
            <a:ext cx="6581324" cy="343171"/>
          </a:xfrm>
          <a:prstGeom prst="rect">
            <a:avLst/>
          </a:prstGeom>
        </p:spPr>
        <p:txBody>
          <a:bodyPr wrap="square" lIns="91440">
            <a:spAutoFit/>
          </a:bodyPr>
          <a:lstStyle>
            <a:lvl1pPr marL="100867" indent="-100867">
              <a:buFont typeface="Segoe UI" panose="020B0502040204020203" pitchFamily="34" charset="0"/>
              <a:buChar char="⃣"/>
              <a:defRPr sz="1030">
                <a:solidFill>
                  <a:schemeClr val="tx1"/>
                </a:solidFill>
              </a:defRPr>
            </a:lvl1pPr>
            <a:lvl2pPr marL="195010" indent="-94143">
              <a:buFont typeface="Segoe UI" panose="020B0502040204020203" pitchFamily="34" charset="0"/>
              <a:buChar char="⃣"/>
              <a:defRPr>
                <a:solidFill>
                  <a:schemeClr val="tx1"/>
                </a:solidFill>
              </a:defRPr>
            </a:lvl2pPr>
            <a:lvl3pPr marL="282429" indent="-87418">
              <a:buFont typeface="Segoe UI" panose="020B0502040204020203"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Tree>
    <p:extLst>
      <p:ext uri="{BB962C8B-B14F-4D97-AF65-F5344CB8AC3E}">
        <p14:creationId xmlns:p14="http://schemas.microsoft.com/office/powerpoint/2010/main" val="2122485769"/>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1_Knowledge Check">
    <p:spTree>
      <p:nvGrpSpPr>
        <p:cNvPr id="1" name=""/>
        <p:cNvGrpSpPr/>
        <p:nvPr/>
      </p:nvGrpSpPr>
      <p:grpSpPr>
        <a:xfrm>
          <a:off x="0" y="0"/>
          <a:ext cx="0" cy="0"/>
          <a:chOff x="0" y="0"/>
          <a:chExt cx="0" cy="0"/>
        </a:xfrm>
      </p:grpSpPr>
      <p:sp>
        <p:nvSpPr>
          <p:cNvPr id="3" name="Rounded Rectangle 3_1">
            <a:extLst>
              <a:ext uri="{FF2B5EF4-FFF2-40B4-BE49-F238E27FC236}">
                <a16:creationId xmlns:a16="http://schemas.microsoft.com/office/drawing/2014/main" id="{4CCBFB5E-1851-2876-A431-5DF81265739D}"/>
              </a:ext>
            </a:extLst>
          </p:cNvPr>
          <p:cNvSpPr/>
          <p:nvPr/>
        </p:nvSpPr>
        <p:spPr>
          <a:xfrm>
            <a:off x="441197" y="969559"/>
            <a:ext cx="7556231" cy="3562478"/>
          </a:xfrm>
          <a:prstGeom prst="roundRect">
            <a:avLst>
              <a:gd name="adj" fmla="val 6113"/>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34483" tIns="201724" rIns="201724" bIns="134483" rtlCol="0" anchor="t"/>
          <a:lstStyle/>
          <a:p>
            <a:pPr marL="0" marR="0" lvl="0" indent="0" algn="l" defTabSz="685938" rtl="0" eaLnBrk="1" fontAlgn="auto" latinLnBrk="0" hangingPunct="1">
              <a:lnSpc>
                <a:spcPct val="100000"/>
              </a:lnSpc>
              <a:spcBef>
                <a:spcPct val="20000"/>
              </a:spcBef>
              <a:spcAft>
                <a:spcPts val="0"/>
              </a:spcAft>
              <a:buClrTx/>
              <a:buSzPct val="90000"/>
              <a:buFontTx/>
              <a:buNone/>
              <a:tabLst/>
              <a:defRPr/>
            </a:pPr>
            <a:endParaRPr kumimoji="0" lang="en-US" sz="1324"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a:cs typeface="Segoe UI Semibold" panose="020B0502040204020203" pitchFamily="34" charset="0"/>
              </a:defRPr>
            </a:lvl1pPr>
          </a:lstStyle>
          <a:p>
            <a:pPr lvl="0"/>
            <a:r>
              <a:rPr lang="en-US"/>
              <a:t>Click to edit Master title style</a:t>
            </a: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926306" y="1195614"/>
            <a:ext cx="6584087" cy="607987"/>
          </a:xfrm>
          <a:prstGeom prst="rect">
            <a:avLst/>
          </a:prstGeom>
        </p:spPr>
        <p:txBody>
          <a:bodyPr anchor="t"/>
          <a:lstStyle>
            <a:lvl1pPr marL="0" indent="0">
              <a:spcBef>
                <a:spcPts val="0"/>
              </a:spcBef>
              <a:buNone/>
              <a:defRPr lang="en-US" sz="103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1"/>
            <a:r>
              <a:rPr lang="en-US"/>
              <a:t>Second level</a:t>
            </a:r>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927949" y="1495594"/>
            <a:ext cx="6581324" cy="343171"/>
          </a:xfrm>
          <a:prstGeom prst="rect">
            <a:avLst/>
          </a:prstGeom>
        </p:spPr>
        <p:txBody>
          <a:bodyPr wrap="square" lIns="91440">
            <a:spAutoFit/>
          </a:bodyPr>
          <a:lstStyle>
            <a:lvl1pPr marL="100867" indent="-100867">
              <a:buFont typeface="Segoe UI" panose="020B0502040204020203" pitchFamily="34" charset="0"/>
              <a:buChar char="⃣"/>
              <a:defRPr sz="1030">
                <a:solidFill>
                  <a:schemeClr val="tx1"/>
                </a:solidFill>
              </a:defRPr>
            </a:lvl1pPr>
            <a:lvl2pPr marL="195010" indent="-94143">
              <a:buFont typeface="Segoe UI" panose="020B0502040204020203" pitchFamily="34" charset="0"/>
              <a:buChar char="⃣"/>
              <a:defRPr>
                <a:solidFill>
                  <a:schemeClr val="tx1"/>
                </a:solidFill>
              </a:defRPr>
            </a:lvl2pPr>
            <a:lvl3pPr marL="282429" indent="-87418">
              <a:buFont typeface="Segoe UI" panose="020B0502040204020203"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grpSp>
        <p:nvGrpSpPr>
          <p:cNvPr id="7" name="Group 6">
            <a:extLst>
              <a:ext uri="{FF2B5EF4-FFF2-40B4-BE49-F238E27FC236}">
                <a16:creationId xmlns:a16="http://schemas.microsoft.com/office/drawing/2014/main" id="{4AAEF9DE-7B32-1B2A-6337-669A0D5B5567}"/>
              </a:ext>
              <a:ext uri="{C183D7F6-B498-43B3-948B-1728B52AA6E4}">
                <adec:decorative xmlns:adec="http://schemas.microsoft.com/office/drawing/2017/decorative" val="1"/>
              </a:ext>
            </a:extLst>
          </p:cNvPr>
          <p:cNvGrpSpPr/>
          <p:nvPr/>
        </p:nvGrpSpPr>
        <p:grpSpPr>
          <a:xfrm>
            <a:off x="7580954" y="670323"/>
            <a:ext cx="832950" cy="832950"/>
            <a:chOff x="5540700" y="2116300"/>
            <a:chExt cx="1110600" cy="1110600"/>
          </a:xfrm>
        </p:grpSpPr>
        <p:sp>
          <p:nvSpPr>
            <p:cNvPr id="8" name="Oval 7">
              <a:extLst>
                <a:ext uri="{FF2B5EF4-FFF2-40B4-BE49-F238E27FC236}">
                  <a16:creationId xmlns:a16="http://schemas.microsoft.com/office/drawing/2014/main" id="{BF3C713F-0819-4E66-4E37-3D4AEBB16C45}"/>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66B6D0E4-ABDA-CFF0-8DBA-13CB318211E8}"/>
                </a:ext>
              </a:extLst>
            </p:cNvPr>
            <p:cNvPicPr/>
            <p:nvPr/>
          </p:nvPicPr>
          <p:blipFill>
            <a:blip r:embed="rId2"/>
            <a:srcRect/>
            <a:stretch/>
          </p:blipFill>
          <p:spPr>
            <a:xfrm>
              <a:off x="5749602" y="2325202"/>
              <a:ext cx="692796" cy="692796"/>
            </a:xfrm>
            <a:prstGeom prst="rect">
              <a:avLst/>
            </a:prstGeom>
            <a:noFill/>
          </p:spPr>
        </p:pic>
      </p:grpSp>
      <p:sp>
        <p:nvSpPr>
          <p:cNvPr id="12" name="Text Placeholder 11">
            <a:extLst>
              <a:ext uri="{FF2B5EF4-FFF2-40B4-BE49-F238E27FC236}">
                <a16:creationId xmlns:a16="http://schemas.microsoft.com/office/drawing/2014/main" id="{EA7BF95A-A491-AA6A-78B7-D238998E4354}"/>
              </a:ext>
            </a:extLst>
          </p:cNvPr>
          <p:cNvSpPr>
            <a:spLocks noGrp="1"/>
          </p:cNvSpPr>
          <p:nvPr>
            <p:ph type="body" sz="quarter" idx="20"/>
          </p:nvPr>
        </p:nvSpPr>
        <p:spPr>
          <a:xfrm>
            <a:off x="926306" y="3369324"/>
            <a:ext cx="6584087" cy="343171"/>
          </a:xfrm>
          <a:prstGeom prst="rect">
            <a:avLst/>
          </a:prstGeom>
        </p:spPr>
        <p:txBody>
          <a:bodyPr anchor="t"/>
          <a:lstStyle>
            <a:lvl1pPr marL="0" indent="0">
              <a:spcBef>
                <a:spcPts val="0"/>
              </a:spcBef>
              <a:buNone/>
              <a:defRPr sz="103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FC885C31-00F8-2C8C-ACC7-B0A21820E6E2}"/>
              </a:ext>
            </a:extLst>
          </p:cNvPr>
          <p:cNvSpPr>
            <a:spLocks noGrp="1"/>
          </p:cNvSpPr>
          <p:nvPr>
            <p:ph type="body" sz="quarter" idx="21"/>
          </p:nvPr>
        </p:nvSpPr>
        <p:spPr>
          <a:xfrm>
            <a:off x="927949" y="3674066"/>
            <a:ext cx="6581324" cy="343171"/>
          </a:xfrm>
          <a:prstGeom prst="rect">
            <a:avLst/>
          </a:prstGeom>
        </p:spPr>
        <p:txBody>
          <a:bodyPr wrap="square" lIns="91440">
            <a:spAutoFit/>
          </a:bodyPr>
          <a:lstStyle>
            <a:lvl1pPr marL="100867" indent="-100867">
              <a:buFont typeface="Segoe UI" panose="020B0502040204020203" pitchFamily="34" charset="0"/>
              <a:buChar char="⃣"/>
              <a:defRPr sz="1030">
                <a:solidFill>
                  <a:schemeClr val="tx1"/>
                </a:solidFill>
              </a:defRPr>
            </a:lvl1pPr>
            <a:lvl2pPr marL="195010" indent="-94143">
              <a:buFont typeface="Segoe UI" panose="020B0502040204020203" pitchFamily="34" charset="0"/>
              <a:buChar char="⃣"/>
              <a:defRPr>
                <a:solidFill>
                  <a:schemeClr val="tx1"/>
                </a:solidFill>
              </a:defRPr>
            </a:lvl2pPr>
            <a:lvl3pPr marL="282429" indent="-87418">
              <a:buFont typeface="Segoe UI" panose="020B0502040204020203"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18" name="Text Placeholder 11">
            <a:extLst>
              <a:ext uri="{FF2B5EF4-FFF2-40B4-BE49-F238E27FC236}">
                <a16:creationId xmlns:a16="http://schemas.microsoft.com/office/drawing/2014/main" id="{C801E9AC-93F9-F06B-9038-5F1AAD2E0D8A}"/>
              </a:ext>
            </a:extLst>
          </p:cNvPr>
          <p:cNvSpPr>
            <a:spLocks noGrp="1"/>
          </p:cNvSpPr>
          <p:nvPr>
            <p:ph type="body" sz="quarter" idx="22"/>
          </p:nvPr>
        </p:nvSpPr>
        <p:spPr>
          <a:xfrm>
            <a:off x="926306" y="2282018"/>
            <a:ext cx="6584087" cy="607987"/>
          </a:xfrm>
          <a:prstGeom prst="rect">
            <a:avLst/>
          </a:prstGeom>
        </p:spPr>
        <p:txBody>
          <a:bodyPr anchor="t"/>
          <a:lstStyle>
            <a:lvl1pPr marL="0" indent="0">
              <a:spcBef>
                <a:spcPts val="0"/>
              </a:spcBef>
              <a:buNone/>
              <a:defRPr lang="en-US" sz="103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1"/>
            <a:r>
              <a:rPr lang="en-US"/>
              <a:t>Second level</a:t>
            </a:r>
          </a:p>
        </p:txBody>
      </p:sp>
      <p:sp>
        <p:nvSpPr>
          <p:cNvPr id="19" name="Text Placeholder 3">
            <a:extLst>
              <a:ext uri="{FF2B5EF4-FFF2-40B4-BE49-F238E27FC236}">
                <a16:creationId xmlns:a16="http://schemas.microsoft.com/office/drawing/2014/main" id="{3EC43E23-35AD-52A6-0DE8-366F8CC32F9A}"/>
              </a:ext>
            </a:extLst>
          </p:cNvPr>
          <p:cNvSpPr>
            <a:spLocks noGrp="1"/>
          </p:cNvSpPr>
          <p:nvPr>
            <p:ph type="body" sz="quarter" idx="23"/>
          </p:nvPr>
        </p:nvSpPr>
        <p:spPr>
          <a:xfrm>
            <a:off x="927949" y="2586760"/>
            <a:ext cx="6581324" cy="343171"/>
          </a:xfrm>
          <a:prstGeom prst="rect">
            <a:avLst/>
          </a:prstGeom>
        </p:spPr>
        <p:txBody>
          <a:bodyPr wrap="square" lIns="91440">
            <a:spAutoFit/>
          </a:bodyPr>
          <a:lstStyle>
            <a:lvl1pPr marL="100867" indent="-100867">
              <a:buFont typeface="Segoe UI" panose="020B0502040204020203" pitchFamily="34" charset="0"/>
              <a:buChar char="⃣"/>
              <a:defRPr sz="1030">
                <a:solidFill>
                  <a:schemeClr val="tx1"/>
                </a:solidFill>
              </a:defRPr>
            </a:lvl1pPr>
            <a:lvl2pPr marL="195010" indent="-94143">
              <a:buFont typeface="Segoe UI" panose="020B0502040204020203" pitchFamily="34" charset="0"/>
              <a:buChar char="⃣"/>
              <a:defRPr>
                <a:solidFill>
                  <a:schemeClr val="tx1"/>
                </a:solidFill>
              </a:defRPr>
            </a:lvl2pPr>
            <a:lvl3pPr marL="282429" indent="-87418">
              <a:buFont typeface="Segoe UI" panose="020B0502040204020203"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Tree>
    <p:extLst>
      <p:ext uri="{BB962C8B-B14F-4D97-AF65-F5344CB8AC3E}">
        <p14:creationId xmlns:p14="http://schemas.microsoft.com/office/powerpoint/2010/main" val="2643515956"/>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LearningPath1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pic>
        <p:nvPicPr>
          <p:cNvPr id="6" name="Graphic 5">
            <a:extLst>
              <a:ext uri="{FF2B5EF4-FFF2-40B4-BE49-F238E27FC236}">
                <a16:creationId xmlns:a16="http://schemas.microsoft.com/office/drawing/2014/main" id="{DF318326-19BB-DD5B-81E3-D6586A45E47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 y="2120885"/>
            <a:ext cx="9144001" cy="2276400"/>
          </a:xfrm>
          <a:prstGeom prst="rect">
            <a:avLst/>
          </a:prstGeom>
        </p:spPr>
      </p:pic>
    </p:spTree>
    <p:extLst>
      <p:ext uri="{BB962C8B-B14F-4D97-AF65-F5344CB8AC3E}">
        <p14:creationId xmlns:p14="http://schemas.microsoft.com/office/powerpoint/2010/main" val="3240087992"/>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LearningPath3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pic>
        <p:nvPicPr>
          <p:cNvPr id="5" name="Graphic 4">
            <a:extLst>
              <a:ext uri="{FF2B5EF4-FFF2-40B4-BE49-F238E27FC236}">
                <a16:creationId xmlns:a16="http://schemas.microsoft.com/office/drawing/2014/main" id="{6C16E9B7-4924-90AE-8E65-159052FB571B}"/>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 y="2358495"/>
            <a:ext cx="9144001" cy="2276400"/>
          </a:xfrm>
          <a:prstGeom prst="rect">
            <a:avLst/>
          </a:prstGeom>
        </p:spPr>
      </p:pic>
    </p:spTree>
    <p:extLst>
      <p:ext uri="{BB962C8B-B14F-4D97-AF65-F5344CB8AC3E}">
        <p14:creationId xmlns:p14="http://schemas.microsoft.com/office/powerpoint/2010/main" val="1027518867"/>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1_LearningPath1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pic>
        <p:nvPicPr>
          <p:cNvPr id="6" name="Graphic 5">
            <a:extLst>
              <a:ext uri="{FF2B5EF4-FFF2-40B4-BE49-F238E27FC236}">
                <a16:creationId xmlns:a16="http://schemas.microsoft.com/office/drawing/2014/main" id="{DF318326-19BB-DD5B-81E3-D6586A45E47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 y="2120885"/>
            <a:ext cx="9144001" cy="2276400"/>
          </a:xfrm>
          <a:prstGeom prst="rect">
            <a:avLst/>
          </a:prstGeom>
        </p:spPr>
      </p:pic>
      <p:sp>
        <p:nvSpPr>
          <p:cNvPr id="3" name="Rounded Rectangle 3_1">
            <a:extLst>
              <a:ext uri="{FF2B5EF4-FFF2-40B4-BE49-F238E27FC236}">
                <a16:creationId xmlns:a16="http://schemas.microsoft.com/office/drawing/2014/main" id="{EA6FD2A8-720D-4961-EE5A-DE1728EBB8A1}"/>
              </a:ext>
              <a:ext uri="{C183D7F6-B498-43B3-948B-1728B52AA6E4}">
                <adec:decorative xmlns:adec="http://schemas.microsoft.com/office/drawing/2017/decorative" val="1"/>
              </a:ext>
            </a:extLst>
          </p:cNvPr>
          <p:cNvSpPr/>
          <p:nvPr/>
        </p:nvSpPr>
        <p:spPr>
          <a:xfrm>
            <a:off x="435298" y="1340462"/>
            <a:ext cx="7974776" cy="2728687"/>
          </a:xfrm>
          <a:prstGeom prst="roundRect">
            <a:avLst>
              <a:gd name="adj" fmla="val 11300"/>
            </a:avLst>
          </a:prstGeom>
          <a:solidFill>
            <a:schemeClr val="bg1"/>
          </a:solidFill>
          <a:ln>
            <a:noFill/>
          </a:ln>
          <a:effectLst>
            <a:outerShdw blurRad="127000" dist="38100" dir="8100000" sx="101000" sy="101000" algn="tr" rotWithShape="0">
              <a:srgbClr val="CAC5B8">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34483" tIns="134483" rIns="134483" bIns="134483" numCol="1" spcCol="457200" rtlCol="0" anchor="t"/>
          <a:lstStyle/>
          <a:p>
            <a:pPr marL="0" marR="0" lvl="0" indent="0" algn="l" defTabSz="685938" rtl="0" eaLnBrk="1" fontAlgn="auto" latinLnBrk="0" hangingPunct="1">
              <a:lnSpc>
                <a:spcPct val="100000"/>
              </a:lnSpc>
              <a:spcBef>
                <a:spcPts val="882"/>
              </a:spcBef>
              <a:spcAft>
                <a:spcPts val="0"/>
              </a:spcAft>
              <a:buClrTx/>
              <a:buSzPct val="90000"/>
              <a:buFont typeface="Wingdings" panose="05000000000000000000" pitchFamily="2" charset="2"/>
              <a:buNone/>
              <a:tabLst/>
              <a:defRPr/>
            </a:pPr>
            <a:endParaRPr kumimoji="0" lang="en-US" sz="1177"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Tree>
    <p:extLst>
      <p:ext uri="{BB962C8B-B14F-4D97-AF65-F5344CB8AC3E}">
        <p14:creationId xmlns:p14="http://schemas.microsoft.com/office/powerpoint/2010/main" val="3727956226"/>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1_LearningPath3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pic>
        <p:nvPicPr>
          <p:cNvPr id="5" name="Graphic 4">
            <a:extLst>
              <a:ext uri="{FF2B5EF4-FFF2-40B4-BE49-F238E27FC236}">
                <a16:creationId xmlns:a16="http://schemas.microsoft.com/office/drawing/2014/main" id="{6C16E9B7-4924-90AE-8E65-159052FB571B}"/>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 y="2358495"/>
            <a:ext cx="9144001" cy="2276400"/>
          </a:xfrm>
          <a:prstGeom prst="rect">
            <a:avLst/>
          </a:prstGeom>
        </p:spPr>
      </p:pic>
      <p:sp>
        <p:nvSpPr>
          <p:cNvPr id="3" name="Rounded Rectangle 3_1">
            <a:extLst>
              <a:ext uri="{FF2B5EF4-FFF2-40B4-BE49-F238E27FC236}">
                <a16:creationId xmlns:a16="http://schemas.microsoft.com/office/drawing/2014/main" id="{3C1E8CAF-6128-384E-E21D-0DE6DC548F23}"/>
              </a:ext>
              <a:ext uri="{C183D7F6-B498-43B3-948B-1728B52AA6E4}">
                <adec:decorative xmlns:adec="http://schemas.microsoft.com/office/drawing/2017/decorative" val="1"/>
              </a:ext>
            </a:extLst>
          </p:cNvPr>
          <p:cNvSpPr/>
          <p:nvPr/>
        </p:nvSpPr>
        <p:spPr>
          <a:xfrm>
            <a:off x="435298" y="1340462"/>
            <a:ext cx="7974776" cy="2728687"/>
          </a:xfrm>
          <a:prstGeom prst="roundRect">
            <a:avLst>
              <a:gd name="adj" fmla="val 11300"/>
            </a:avLst>
          </a:prstGeom>
          <a:solidFill>
            <a:schemeClr val="bg1"/>
          </a:solidFill>
          <a:ln>
            <a:noFill/>
          </a:ln>
          <a:effectLst>
            <a:outerShdw blurRad="127000" dist="38100" dir="8100000" sx="101000" sy="101000" algn="tr" rotWithShape="0">
              <a:srgbClr val="CAC5B8">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34483" tIns="134483" rIns="134483" bIns="134483" numCol="1" spcCol="457200" rtlCol="0" anchor="t"/>
          <a:lstStyle/>
          <a:p>
            <a:pPr marL="0" marR="0" lvl="0" indent="0" algn="l" defTabSz="685938" rtl="0" eaLnBrk="1" fontAlgn="auto" latinLnBrk="0" hangingPunct="1">
              <a:lnSpc>
                <a:spcPct val="100000"/>
              </a:lnSpc>
              <a:spcBef>
                <a:spcPts val="882"/>
              </a:spcBef>
              <a:spcAft>
                <a:spcPts val="0"/>
              </a:spcAft>
              <a:buClrTx/>
              <a:buSzPct val="90000"/>
              <a:buFont typeface="Wingdings" panose="05000000000000000000" pitchFamily="2" charset="2"/>
              <a:buNone/>
              <a:tabLst/>
              <a:defRPr/>
            </a:pPr>
            <a:endParaRPr kumimoji="0" lang="en-US" sz="1177"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Tree>
    <p:extLst>
      <p:ext uri="{BB962C8B-B14F-4D97-AF65-F5344CB8AC3E}">
        <p14:creationId xmlns:p14="http://schemas.microsoft.com/office/powerpoint/2010/main" val="2165281771"/>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Developer code full page">
    <p:bg>
      <p:bgPr>
        <a:solidFill>
          <a:srgbClr val="E8E6DF"/>
        </a:solidFill>
        <a:effectLst/>
      </p:bgPr>
    </p:bg>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A2F35014-FB65-ACD9-730E-E1D616E56103}"/>
              </a:ext>
            </a:extLst>
          </p:cNvPr>
          <p:cNvSpPr>
            <a:spLocks noGrp="1"/>
          </p:cNvSpPr>
          <p:nvPr>
            <p:ph type="body" sz="quarter" idx="13" hasCustomPrompt="1"/>
          </p:nvPr>
        </p:nvSpPr>
        <p:spPr>
          <a:xfrm>
            <a:off x="1" y="0"/>
            <a:ext cx="3368999" cy="862672"/>
          </a:xfrm>
          <a:gradFill flip="none" rotWithShape="1">
            <a:gsLst>
              <a:gs pos="0">
                <a:srgbClr val="000000"/>
              </a:gs>
              <a:gs pos="92000">
                <a:srgbClr val="000000"/>
              </a:gs>
              <a:gs pos="92000">
                <a:schemeClr val="accent3"/>
              </a:gs>
            </a:gsLst>
            <a:lin ang="16200000" scaled="1"/>
            <a:tileRect/>
          </a:gradFill>
        </p:spPr>
        <p:txBody>
          <a:bodyPr vert="horz" wrap="square" lIns="585216" tIns="91440" rIns="585216" bIns="45720" rtlCol="0">
            <a:spAutoFit/>
          </a:bodyPr>
          <a:lstStyle>
            <a:lvl1pPr marL="0" indent="0">
              <a:buNone/>
              <a:defRPr kumimoji="0" lang="en-US" sz="2353" b="0" i="0" u="none" strike="noStrike" cap="none" normalizeH="0" dirty="0">
                <a:ln>
                  <a:noFill/>
                </a:ln>
                <a:solidFill>
                  <a:srgbClr val="FFFFFF"/>
                </a:solidFill>
                <a:effectLst/>
                <a:uLnTx/>
                <a:uFillTx/>
                <a:latin typeface="+mj-lt"/>
              </a:defRPr>
            </a:lvl1pPr>
          </a:lstStyle>
          <a:p>
            <a:pPr marL="168112" lvl="0" indent="-168112"/>
            <a:r>
              <a:rPr lang="en-US"/>
              <a:t>Click to enter title</a:t>
            </a:r>
          </a:p>
        </p:txBody>
      </p:sp>
      <p:sp>
        <p:nvSpPr>
          <p:cNvPr id="8" name="Text Placeholder 3">
            <a:extLst>
              <a:ext uri="{FF2B5EF4-FFF2-40B4-BE49-F238E27FC236}">
                <a16:creationId xmlns:a16="http://schemas.microsoft.com/office/drawing/2014/main" id="{642E0005-D466-9A2B-2F72-437D2E7450DA}"/>
              </a:ext>
            </a:extLst>
          </p:cNvPr>
          <p:cNvSpPr txBox="1">
            <a:spLocks/>
          </p:cNvSpPr>
          <p:nvPr/>
        </p:nvSpPr>
        <p:spPr>
          <a:xfrm>
            <a:off x="221457" y="577850"/>
            <a:ext cx="8703468" cy="4128691"/>
          </a:xfrm>
          <a:prstGeom prst="rect">
            <a:avLst/>
          </a:prstGeom>
          <a:solidFill>
            <a:srgbClr val="FFFFFF"/>
          </a:solidFill>
        </p:spPr>
        <p:txBody>
          <a:bodyPr vert="horz" lIns="201724" tIns="134483" rIns="134483" bIns="134483" rtlCol="0">
            <a:noAutofit/>
          </a:bodyPr>
          <a:lstStyle>
            <a:lvl1pPr marL="0" indent="0" algn="l" defTabSz="914132" rtl="0" eaLnBrk="1" latinLnBrk="0" hangingPunct="1">
              <a:lnSpc>
                <a:spcPct val="150000"/>
              </a:lnSpc>
              <a:spcBef>
                <a:spcPts val="0"/>
              </a:spcBef>
              <a:spcAft>
                <a:spcPts val="600"/>
              </a:spcAft>
              <a:buClr>
                <a:schemeClr val="bg1"/>
              </a:buClr>
              <a:buSzPct val="120000"/>
              <a:buFontTx/>
              <a:buNone/>
              <a:defRPr lang="en-US" sz="1400" b="0" i="0" kern="1200">
                <a:solidFill>
                  <a:schemeClr val="tx1"/>
                </a:solidFill>
                <a:effectLst/>
                <a:latin typeface="Consolas" panose="020B0609020204030204" pitchFamily="49" charset="0"/>
                <a:ea typeface="Segoe UI Semibold" charset="0"/>
                <a:cs typeface="Segoe UI Semibold" charset="0"/>
              </a:defRPr>
            </a:lvl1pPr>
            <a:lvl2pPr marL="0" indent="0" algn="l" defTabSz="914132" rtl="0" eaLnBrk="1" latinLnBrk="0" hangingPunct="1">
              <a:lnSpc>
                <a:spcPct val="110000"/>
              </a:lnSpc>
              <a:spcBef>
                <a:spcPts val="0"/>
              </a:spcBef>
              <a:spcAft>
                <a:spcPts val="600"/>
              </a:spcAft>
              <a:buClrTx/>
              <a:buSzPct val="110000"/>
              <a:buFont typeface="Arial" charset="0"/>
              <a:buNone/>
              <a:defRPr lang="en-US" sz="2000" b="0" i="0" kern="1200" dirty="0" smtClean="0">
                <a:solidFill>
                  <a:schemeClr val="tx1"/>
                </a:solidFill>
                <a:effectLst/>
                <a:latin typeface="Segoe UI" charset="0"/>
                <a:ea typeface="Segoe UI" charset="0"/>
                <a:cs typeface="Segoe UI" charset="0"/>
              </a:defRPr>
            </a:lvl2pPr>
            <a:lvl3pPr marL="288925" indent="-222250" algn="l" defTabSz="914132" rtl="0" eaLnBrk="1" latinLnBrk="0" hangingPunct="1">
              <a:lnSpc>
                <a:spcPct val="110000"/>
              </a:lnSpc>
              <a:spcBef>
                <a:spcPts val="0"/>
              </a:spcBef>
              <a:spcAft>
                <a:spcPts val="600"/>
              </a:spcAft>
              <a:buClrTx/>
              <a:buSzPct val="120000"/>
              <a:buFont typeface="Arial" charset="0"/>
              <a:buChar char="•"/>
              <a:defRPr lang="en-US" sz="2000" b="0" i="0" kern="1200" dirty="0" smtClean="0">
                <a:solidFill>
                  <a:schemeClr val="tx1"/>
                </a:solidFill>
                <a:effectLst/>
                <a:latin typeface="Segoe UI" charset="0"/>
                <a:ea typeface="Segoe UI" charset="0"/>
                <a:cs typeface="Segoe UI" charset="0"/>
              </a:defRPr>
            </a:lvl3pPr>
            <a:lvl4pPr marL="631825" indent="-182880" algn="l" defTabSz="914132" rtl="0" eaLnBrk="1" latinLnBrk="0" hangingPunct="1">
              <a:lnSpc>
                <a:spcPct val="110000"/>
              </a:lnSpc>
              <a:spcBef>
                <a:spcPts val="0"/>
              </a:spcBef>
              <a:spcAft>
                <a:spcPts val="600"/>
              </a:spcAft>
              <a:buClrTx/>
              <a:buFont typeface="Arial" charset="0"/>
              <a:buChar char="•"/>
              <a:tabLst/>
              <a:defRPr lang="en-US" sz="1800" b="0" i="0" kern="1200" dirty="0" smtClean="0">
                <a:solidFill>
                  <a:schemeClr val="tx1"/>
                </a:solidFill>
                <a:effectLst/>
                <a:latin typeface="Segoe UI" charset="0"/>
                <a:ea typeface="Segoe UI" charset="0"/>
                <a:cs typeface="Segoe UI" charset="0"/>
              </a:defRPr>
            </a:lvl4pPr>
            <a:lvl5pPr marL="1162685" indent="-194310" algn="l" defTabSz="914132" rtl="0" eaLnBrk="1" latinLnBrk="0" hangingPunct="1">
              <a:lnSpc>
                <a:spcPct val="110000"/>
              </a:lnSpc>
              <a:spcBef>
                <a:spcPts val="500"/>
              </a:spcBef>
              <a:buClr>
                <a:schemeClr val="tx1"/>
              </a:buClr>
              <a:buFont typeface="Arial"/>
              <a:buChar char="•"/>
              <a:defRPr lang="en-US" sz="1600" b="0" i="0" kern="1200" dirty="0">
                <a:solidFill>
                  <a:schemeClr val="tx1"/>
                </a:solidFill>
                <a:effectLst/>
                <a:latin typeface="Segoe UI" charset="0"/>
                <a:ea typeface="Segoe UI" charset="0"/>
                <a:cs typeface="Segoe UI" charset="0"/>
              </a:defRPr>
            </a:lvl5pPr>
            <a:lvl6pPr marL="1873781" indent="-228533" algn="l" defTabSz="914132"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6pPr>
            <a:lvl7pPr marL="2970926"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7992"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5057"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a:lstStyle>
          <a:p>
            <a:pPr marL="0" marR="0" lvl="0" indent="0" algn="l" defTabSz="672253" rtl="0" eaLnBrk="1" fontAlgn="auto" latinLnBrk="0" hangingPunct="1">
              <a:lnSpc>
                <a:spcPct val="150000"/>
              </a:lnSpc>
              <a:spcBef>
                <a:spcPts val="0"/>
              </a:spcBef>
              <a:spcAft>
                <a:spcPts val="441"/>
              </a:spcAft>
              <a:buClr>
                <a:srgbClr val="E9E9E9"/>
              </a:buClr>
              <a:buSzPct val="120000"/>
              <a:buFontTx/>
              <a:buNone/>
              <a:tabLst/>
              <a:defRPr/>
            </a:pPr>
            <a:endParaRPr kumimoji="0" lang="en-US" sz="1030" b="0" i="0" u="none" strike="noStrike" kern="1200" cap="none" spc="0" normalizeH="0" baseline="0" noProof="0" dirty="0">
              <a:ln>
                <a:noFill/>
              </a:ln>
              <a:solidFill>
                <a:srgbClr val="000000"/>
              </a:solidFill>
              <a:effectLst/>
              <a:uLnTx/>
              <a:uFillTx/>
              <a:latin typeface="Consolas" panose="020B0609020204030204" pitchFamily="49" charset="0"/>
              <a:cs typeface="Segoe UI Semibold" charset="0"/>
            </a:endParaRPr>
          </a:p>
        </p:txBody>
      </p:sp>
      <p:sp>
        <p:nvSpPr>
          <p:cNvPr id="9" name="Text Placeholder 4" descr="This layout should only be used for developer code. The font used is a monospace font which is ideal for showing code.">
            <a:extLst>
              <a:ext uri="{FF2B5EF4-FFF2-40B4-BE49-F238E27FC236}">
                <a16:creationId xmlns:a16="http://schemas.microsoft.com/office/drawing/2014/main" id="{3EC8DAD9-3274-7DD3-8458-A6CF6E36618D}"/>
              </a:ext>
            </a:extLst>
          </p:cNvPr>
          <p:cNvSpPr>
            <a:spLocks noGrp="1"/>
          </p:cNvSpPr>
          <p:nvPr>
            <p:ph type="body" sz="quarter" idx="11" hasCustomPrompt="1"/>
          </p:nvPr>
        </p:nvSpPr>
        <p:spPr>
          <a:xfrm>
            <a:off x="434580" y="812800"/>
            <a:ext cx="8265319" cy="343171"/>
          </a:xfrm>
        </p:spPr>
        <p:txBody>
          <a:bodyPr/>
          <a:lstStyle>
            <a:lvl1pPr marL="0" indent="0">
              <a:buNone/>
              <a:tabLst/>
              <a:defRPr sz="1030">
                <a:solidFill>
                  <a:srgbClr val="2F2F2F"/>
                </a:solidFill>
                <a:latin typeface="Consolas" panose="020B0609020204030204" pitchFamily="49" charset="0"/>
                <a:cs typeface="Consolas" panose="020B0609020204030204" pitchFamily="49" charset="0"/>
              </a:defRPr>
            </a:lvl1pPr>
            <a:lvl2pPr marL="254779" indent="0">
              <a:buNone/>
              <a:defRPr sz="1764">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429791" indent="0">
              <a:buNone/>
              <a:defRPr sz="147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598850" indent="0">
              <a:buNone/>
              <a:defRPr sz="1323">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772672" indent="0">
              <a:buNone/>
              <a:defRPr sz="1323">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220306496"/>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2" orient="horz" pos="438">
          <p15:clr>
            <a:srgbClr val="5ACBF0"/>
          </p15:clr>
        </p15:guide>
        <p15:guide id="3" orient="horz" pos="288">
          <p15:clr>
            <a:srgbClr val="5ACBF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Developer code right">
    <p:bg>
      <p:bgPr>
        <a:solidFill>
          <a:srgbClr val="E8E6DF"/>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3904488" y="0"/>
            <a:ext cx="5239512" cy="51435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471" b="0" i="0" u="none" strike="noStrike" kern="1200" cap="none" spc="0" normalizeH="0" baseline="0" noProof="0" dirty="0">
              <a:ln>
                <a:noFill/>
              </a:ln>
              <a:solidFill>
                <a:srgbClr val="FFFFFF"/>
              </a:solidFill>
              <a:effectLst/>
              <a:uLnTx/>
              <a:uFillTx/>
              <a:latin typeface="Segoe UI"/>
              <a:ea typeface="Segoe UI" pitchFamily="34" charset="0"/>
              <a:cs typeface="Segoe UI" pitchFamily="34" charset="0"/>
            </a:endParaRPr>
          </a:p>
        </p:txBody>
      </p:sp>
      <p:sp>
        <p:nvSpPr>
          <p:cNvPr id="4" name="Title 1">
            <a:extLst>
              <a:ext uri="{FF2B5EF4-FFF2-40B4-BE49-F238E27FC236}">
                <a16:creationId xmlns:a16="http://schemas.microsoft.com/office/drawing/2014/main" id="{DFD107E2-140D-CB86-9FA1-B9481E49E6FE}"/>
              </a:ext>
            </a:extLst>
          </p:cNvPr>
          <p:cNvSpPr>
            <a:spLocks noGrp="1"/>
          </p:cNvSpPr>
          <p:nvPr>
            <p:ph type="title"/>
          </p:nvPr>
        </p:nvSpPr>
        <p:spPr>
          <a:xfrm>
            <a:off x="441198" y="438912"/>
            <a:ext cx="3032071" cy="738664"/>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Text Placeholder 3">
            <a:extLst>
              <a:ext uri="{FF2B5EF4-FFF2-40B4-BE49-F238E27FC236}">
                <a16:creationId xmlns:a16="http://schemas.microsoft.com/office/drawing/2014/main" id="{277F5E94-C055-4558-A211-EF7933FCA82F}"/>
              </a:ext>
            </a:extLst>
          </p:cNvPr>
          <p:cNvSpPr>
            <a:spLocks noGrp="1"/>
          </p:cNvSpPr>
          <p:nvPr>
            <p:ph type="body" sz="quarter" idx="15"/>
          </p:nvPr>
        </p:nvSpPr>
        <p:spPr>
          <a:xfrm>
            <a:off x="439793" y="1195617"/>
            <a:ext cx="3032071" cy="986617"/>
          </a:xfrm>
          <a:prstGeom prst="rect">
            <a:avLst/>
          </a:prstGeom>
        </p:spPr>
        <p:txBody>
          <a:bodyPr wrap="square">
            <a:spAutoFit/>
          </a:bodyPr>
          <a:lstStyle>
            <a:lvl1pPr marL="0" indent="0">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7" name="Text Placeholder 4" descr="This layout should only be used for developer code. The font used is a monospace font which is ideal for showing code.">
            <a:extLst>
              <a:ext uri="{FF2B5EF4-FFF2-40B4-BE49-F238E27FC236}">
                <a16:creationId xmlns:a16="http://schemas.microsoft.com/office/drawing/2014/main" id="{A89B3FAE-417F-41EF-9D05-0D6CAF8EC76C}"/>
              </a:ext>
            </a:extLst>
          </p:cNvPr>
          <p:cNvSpPr>
            <a:spLocks noGrp="1"/>
          </p:cNvSpPr>
          <p:nvPr>
            <p:ph type="body" sz="quarter" idx="11" hasCustomPrompt="1"/>
          </p:nvPr>
        </p:nvSpPr>
        <p:spPr>
          <a:xfrm>
            <a:off x="4350543" y="436960"/>
            <a:ext cx="4349354" cy="343171"/>
          </a:xfrm>
        </p:spPr>
        <p:txBody>
          <a:bodyPr/>
          <a:lstStyle>
            <a:lvl1pPr marL="0" indent="0">
              <a:buNone/>
              <a:tabLst/>
              <a:defRPr sz="1030">
                <a:solidFill>
                  <a:srgbClr val="2F2F2F"/>
                </a:solidFill>
                <a:latin typeface="Consolas" panose="020B0609020204030204" pitchFamily="49" charset="0"/>
                <a:cs typeface="Consolas" panose="020B0609020204030204" pitchFamily="49" charset="0"/>
              </a:defRPr>
            </a:lvl1pPr>
            <a:lvl2pPr marL="254779" indent="0">
              <a:buNone/>
              <a:defRPr sz="1764">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429791" indent="0">
              <a:buNone/>
              <a:defRPr sz="147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598850" indent="0">
              <a:buNone/>
              <a:defRPr sz="1323">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772672" indent="0">
              <a:buNone/>
              <a:defRPr sz="1323">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2167044464"/>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Resources">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439792" y="1193292"/>
            <a:ext cx="6144768" cy="715709"/>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5F055FC1-EF87-C5EC-9545-B346C73ACDA3}"/>
              </a:ext>
            </a:extLst>
          </p:cNvPr>
          <p:cNvSpPr>
            <a:spLocks noGrp="1"/>
          </p:cNvSpPr>
          <p:nvPr>
            <p:ph type="body" sz="quarter" idx="19"/>
          </p:nvPr>
        </p:nvSpPr>
        <p:spPr>
          <a:xfrm>
            <a:off x="439792" y="1561283"/>
            <a:ext cx="6144768" cy="1257524"/>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3">
            <a:extLst>
              <a:ext uri="{FF2B5EF4-FFF2-40B4-BE49-F238E27FC236}">
                <a16:creationId xmlns:a16="http://schemas.microsoft.com/office/drawing/2014/main" id="{5EBA1527-2F4C-29A6-6A08-4FBA5CAE4E7E}"/>
              </a:ext>
            </a:extLst>
          </p:cNvPr>
          <p:cNvSpPr>
            <a:spLocks noGrp="1"/>
          </p:cNvSpPr>
          <p:nvPr>
            <p:ph type="body" sz="quarter" idx="20"/>
          </p:nvPr>
        </p:nvSpPr>
        <p:spPr>
          <a:xfrm>
            <a:off x="439792" y="2690344"/>
            <a:ext cx="6144768" cy="715709"/>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3B81DC28-90DC-14C9-6ED7-101D16E58FA0}"/>
              </a:ext>
            </a:extLst>
          </p:cNvPr>
          <p:cNvSpPr>
            <a:spLocks noGrp="1"/>
          </p:cNvSpPr>
          <p:nvPr>
            <p:ph type="body" sz="quarter" idx="21"/>
          </p:nvPr>
        </p:nvSpPr>
        <p:spPr>
          <a:xfrm>
            <a:off x="439792" y="3058334"/>
            <a:ext cx="6144768" cy="1257524"/>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120566378"/>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1_Text option_3 rows">
    <p:spTree>
      <p:nvGrpSpPr>
        <p:cNvPr id="1" name=""/>
        <p:cNvGrpSpPr/>
        <p:nvPr/>
      </p:nvGrpSpPr>
      <p:grpSpPr>
        <a:xfrm>
          <a:off x="0" y="0"/>
          <a:ext cx="0" cy="0"/>
          <a:chOff x="0" y="0"/>
          <a:chExt cx="0" cy="0"/>
        </a:xfrm>
      </p:grpSpPr>
      <p:sp>
        <p:nvSpPr>
          <p:cNvPr id="9" name="Text Placeholder 4">
            <a:extLst>
              <a:ext uri="{FF2B5EF4-FFF2-40B4-BE49-F238E27FC236}">
                <a16:creationId xmlns:a16="http://schemas.microsoft.com/office/drawing/2014/main" id="{CB19F3EF-E352-4C65-98EB-C1D64E0A7284}"/>
              </a:ext>
            </a:extLst>
          </p:cNvPr>
          <p:cNvSpPr>
            <a:spLocks noGrp="1"/>
          </p:cNvSpPr>
          <p:nvPr>
            <p:ph type="body" sz="quarter" idx="11" hasCustomPrompt="1"/>
          </p:nvPr>
        </p:nvSpPr>
        <p:spPr>
          <a:xfrm>
            <a:off x="1042095" y="1092672"/>
            <a:ext cx="7657803" cy="582930"/>
          </a:xfrm>
          <a:prstGeom prst="rect">
            <a:avLst/>
          </a:prstGeo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0" name="Text Placeholder 4">
            <a:extLst>
              <a:ext uri="{FF2B5EF4-FFF2-40B4-BE49-F238E27FC236}">
                <a16:creationId xmlns:a16="http://schemas.microsoft.com/office/drawing/2014/main" id="{E93C46D7-E811-4904-971C-BDAE52869A61}"/>
              </a:ext>
            </a:extLst>
          </p:cNvPr>
          <p:cNvSpPr>
            <a:spLocks noGrp="1"/>
          </p:cNvSpPr>
          <p:nvPr>
            <p:ph type="body" sz="quarter" idx="15" hasCustomPrompt="1"/>
          </p:nvPr>
        </p:nvSpPr>
        <p:spPr>
          <a:xfrm>
            <a:off x="1042095" y="1874336"/>
            <a:ext cx="7657803" cy="585888"/>
          </a:xfrm>
          <a:prstGeom prst="rect">
            <a:avLst/>
          </a:prstGeo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2" name="Text Placeholder 4">
            <a:extLst>
              <a:ext uri="{FF2B5EF4-FFF2-40B4-BE49-F238E27FC236}">
                <a16:creationId xmlns:a16="http://schemas.microsoft.com/office/drawing/2014/main" id="{C84EFDE3-C2B4-4663-8852-A0D2423EB125}"/>
              </a:ext>
            </a:extLst>
          </p:cNvPr>
          <p:cNvSpPr>
            <a:spLocks noGrp="1"/>
          </p:cNvSpPr>
          <p:nvPr>
            <p:ph type="body" sz="quarter" idx="17" hasCustomPrompt="1"/>
          </p:nvPr>
        </p:nvSpPr>
        <p:spPr>
          <a:xfrm>
            <a:off x="1042095" y="2658957"/>
            <a:ext cx="7657803" cy="585888"/>
          </a:xfrm>
          <a:prstGeom prst="rect">
            <a:avLst/>
          </a:prstGeo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5" name="Title 1">
            <a:extLst>
              <a:ext uri="{FF2B5EF4-FFF2-40B4-BE49-F238E27FC236}">
                <a16:creationId xmlns:a16="http://schemas.microsoft.com/office/drawing/2014/main" id="{AC67A521-F4FD-E8EE-E376-D23CEA345620}"/>
              </a:ext>
            </a:extLst>
          </p:cNvPr>
          <p:cNvSpPr>
            <a:spLocks noGrp="1"/>
          </p:cNvSpPr>
          <p:nvPr>
            <p:ph type="title"/>
          </p:nvPr>
        </p:nvSpPr>
        <p:spPr>
          <a:xfrm>
            <a:off x="441197" y="438913"/>
            <a:ext cx="6144768" cy="369332"/>
          </a:xfrm>
        </p:spPr>
        <p:txBody>
          <a:bodyPr/>
          <a:lstStyle>
            <a:lvl1pPr algn="l" defTabSz="685938" rtl="0" eaLnBrk="1" latinLnBrk="0" hangingPunct="1">
              <a:lnSpc>
                <a:spcPct val="100000"/>
              </a:lnSpc>
              <a:spcBef>
                <a:spcPct val="0"/>
              </a:spcBef>
              <a:buNone/>
              <a:defRPr lang="en-US" sz="2353" b="0" i="0" kern="1200" cap="none" spc="0" baseline="0" dirty="0">
                <a:ln w="3175">
                  <a:noFill/>
                </a:ln>
                <a:solidFill>
                  <a:schemeClr val="tx1"/>
                </a:solidFill>
                <a:effectLst/>
                <a:latin typeface="+mj-lt"/>
                <a:ea typeface="+mn-ea"/>
                <a:cs typeface="Segoe UI Semibold" panose="020B0502040204020203" pitchFamily="34" charset="0"/>
              </a:defRPr>
            </a:lvl1pPr>
          </a:lstStyle>
          <a:p>
            <a:r>
              <a:rPr lang="en-US"/>
              <a:t>Click to edit Master title style</a:t>
            </a:r>
          </a:p>
        </p:txBody>
      </p:sp>
      <p:cxnSp>
        <p:nvCxnSpPr>
          <p:cNvPr id="7" name="Straight Connector 6">
            <a:extLst>
              <a:ext uri="{FF2B5EF4-FFF2-40B4-BE49-F238E27FC236}">
                <a16:creationId xmlns:a16="http://schemas.microsoft.com/office/drawing/2014/main" id="{984A61D4-2EBC-3C89-B9B9-A7E3006349EC}"/>
              </a:ext>
              <a:ext uri="{C183D7F6-B498-43B3-948B-1728B52AA6E4}">
                <adec:decorative xmlns:adec="http://schemas.microsoft.com/office/drawing/2017/decorative" val="1"/>
              </a:ext>
            </a:extLst>
          </p:cNvPr>
          <p:cNvCxnSpPr>
            <a:cxnSpLocks/>
          </p:cNvCxnSpPr>
          <p:nvPr/>
        </p:nvCxnSpPr>
        <p:spPr>
          <a:xfrm>
            <a:off x="1042273" y="1774968"/>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15C7F07-21BA-232C-099C-2DFC70761A21}"/>
              </a:ext>
              <a:ext uri="{C183D7F6-B498-43B3-948B-1728B52AA6E4}">
                <adec:decorative xmlns:adec="http://schemas.microsoft.com/office/drawing/2017/decorative" val="1"/>
              </a:ext>
            </a:extLst>
          </p:cNvPr>
          <p:cNvCxnSpPr>
            <a:cxnSpLocks/>
          </p:cNvCxnSpPr>
          <p:nvPr/>
        </p:nvCxnSpPr>
        <p:spPr>
          <a:xfrm>
            <a:off x="1042273" y="2559590"/>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3305492"/>
      </p:ext>
    </p:extLst>
  </p:cSld>
  <p:clrMapOvr>
    <a:masterClrMapping/>
  </p:clrMapOvr>
  <p:transition>
    <p:fade/>
  </p:transition>
  <p:hf sldNum="0" hdr="0" ftr="0" dt="0"/>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1_Text option_4 rows">
    <p:spTree>
      <p:nvGrpSpPr>
        <p:cNvPr id="1" name=""/>
        <p:cNvGrpSpPr/>
        <p:nvPr/>
      </p:nvGrpSpPr>
      <p:grpSpPr>
        <a:xfrm>
          <a:off x="0" y="0"/>
          <a:ext cx="0" cy="0"/>
          <a:chOff x="0" y="0"/>
          <a:chExt cx="0" cy="0"/>
        </a:xfrm>
      </p:grpSpPr>
      <p:sp>
        <p:nvSpPr>
          <p:cNvPr id="12" name="Text Placeholder 4">
            <a:extLst>
              <a:ext uri="{FF2B5EF4-FFF2-40B4-BE49-F238E27FC236}">
                <a16:creationId xmlns:a16="http://schemas.microsoft.com/office/drawing/2014/main" id="{BDF9284C-6F78-4885-87E1-4AAD9E8090B1}"/>
              </a:ext>
            </a:extLst>
          </p:cNvPr>
          <p:cNvSpPr>
            <a:spLocks noGrp="1"/>
          </p:cNvSpPr>
          <p:nvPr>
            <p:ph type="body" sz="quarter" idx="11" hasCustomPrompt="1"/>
          </p:nvPr>
        </p:nvSpPr>
        <p:spPr>
          <a:xfrm>
            <a:off x="1042095" y="1092672"/>
            <a:ext cx="7657803" cy="582930"/>
          </a:xfrm>
          <a:prstGeom prst="rect">
            <a:avLst/>
          </a:prstGeo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0" name="Straight Connector 19">
            <a:extLst>
              <a:ext uri="{FF2B5EF4-FFF2-40B4-BE49-F238E27FC236}">
                <a16:creationId xmlns:a16="http://schemas.microsoft.com/office/drawing/2014/main" id="{4E9EA958-BE84-43C9-98F0-0C08E8EDD63F}"/>
              </a:ext>
              <a:ext uri="{C183D7F6-B498-43B3-948B-1728B52AA6E4}">
                <adec:decorative xmlns:adec="http://schemas.microsoft.com/office/drawing/2017/decorative" val="1"/>
              </a:ext>
            </a:extLst>
          </p:cNvPr>
          <p:cNvCxnSpPr>
            <a:cxnSpLocks/>
          </p:cNvCxnSpPr>
          <p:nvPr/>
        </p:nvCxnSpPr>
        <p:spPr>
          <a:xfrm>
            <a:off x="1042273" y="1774968"/>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D0E35C16-1FD5-43B8-8A48-E2CAEC4A6EA2}"/>
              </a:ext>
            </a:extLst>
          </p:cNvPr>
          <p:cNvSpPr>
            <a:spLocks noGrp="1"/>
          </p:cNvSpPr>
          <p:nvPr>
            <p:ph type="body" sz="quarter" idx="15" hasCustomPrompt="1"/>
          </p:nvPr>
        </p:nvSpPr>
        <p:spPr>
          <a:xfrm>
            <a:off x="1042095" y="1874336"/>
            <a:ext cx="7657803" cy="585888"/>
          </a:xfrm>
          <a:prstGeom prst="rect">
            <a:avLst/>
          </a:prstGeo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1" name="Straight Connector 20">
            <a:extLst>
              <a:ext uri="{FF2B5EF4-FFF2-40B4-BE49-F238E27FC236}">
                <a16:creationId xmlns:a16="http://schemas.microsoft.com/office/drawing/2014/main" id="{FC78D634-25BA-4087-A772-1E555254B97D}"/>
              </a:ext>
              <a:ext uri="{C183D7F6-B498-43B3-948B-1728B52AA6E4}">
                <adec:decorative xmlns:adec="http://schemas.microsoft.com/office/drawing/2017/decorative" val="1"/>
              </a:ext>
            </a:extLst>
          </p:cNvPr>
          <p:cNvCxnSpPr>
            <a:cxnSpLocks/>
          </p:cNvCxnSpPr>
          <p:nvPr/>
        </p:nvCxnSpPr>
        <p:spPr>
          <a:xfrm>
            <a:off x="1042273" y="2559590"/>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7" name="Text Placeholder 4">
            <a:extLst>
              <a:ext uri="{FF2B5EF4-FFF2-40B4-BE49-F238E27FC236}">
                <a16:creationId xmlns:a16="http://schemas.microsoft.com/office/drawing/2014/main" id="{9F7B3EC7-70FC-4307-BB11-53CB4E14FFB9}"/>
              </a:ext>
            </a:extLst>
          </p:cNvPr>
          <p:cNvSpPr>
            <a:spLocks noGrp="1"/>
          </p:cNvSpPr>
          <p:nvPr>
            <p:ph type="body" sz="quarter" idx="17" hasCustomPrompt="1"/>
          </p:nvPr>
        </p:nvSpPr>
        <p:spPr>
          <a:xfrm>
            <a:off x="1042095" y="2658957"/>
            <a:ext cx="7657803" cy="585888"/>
          </a:xfrm>
          <a:prstGeom prst="rect">
            <a:avLst/>
          </a:prstGeo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2" name="Straight Connector 21">
            <a:extLst>
              <a:ext uri="{FF2B5EF4-FFF2-40B4-BE49-F238E27FC236}">
                <a16:creationId xmlns:a16="http://schemas.microsoft.com/office/drawing/2014/main" id="{71CE9993-705A-488D-910E-290FD0A522F4}"/>
              </a:ext>
              <a:ext uri="{C183D7F6-B498-43B3-948B-1728B52AA6E4}">
                <adec:decorative xmlns:adec="http://schemas.microsoft.com/office/drawing/2017/decorative" val="1"/>
              </a:ext>
            </a:extLst>
          </p:cNvPr>
          <p:cNvCxnSpPr>
            <a:cxnSpLocks/>
          </p:cNvCxnSpPr>
          <p:nvPr/>
        </p:nvCxnSpPr>
        <p:spPr>
          <a:xfrm>
            <a:off x="1042273" y="3344212"/>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DC5585A5-DAB7-4EFE-A980-497178E03B1A}"/>
              </a:ext>
            </a:extLst>
          </p:cNvPr>
          <p:cNvSpPr>
            <a:spLocks noGrp="1"/>
          </p:cNvSpPr>
          <p:nvPr>
            <p:ph type="body" sz="quarter" idx="19" hasCustomPrompt="1"/>
          </p:nvPr>
        </p:nvSpPr>
        <p:spPr>
          <a:xfrm>
            <a:off x="1042095" y="3443579"/>
            <a:ext cx="7657803" cy="585888"/>
          </a:xfrm>
          <a:prstGeom prst="rect">
            <a:avLst/>
          </a:prstGeo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9" name="Title 1">
            <a:extLst>
              <a:ext uri="{FF2B5EF4-FFF2-40B4-BE49-F238E27FC236}">
                <a16:creationId xmlns:a16="http://schemas.microsoft.com/office/drawing/2014/main" id="{75B21E8C-92C0-72B7-D04D-01894741A0D7}"/>
              </a:ext>
            </a:extLst>
          </p:cNvPr>
          <p:cNvSpPr>
            <a:spLocks noGrp="1"/>
          </p:cNvSpPr>
          <p:nvPr>
            <p:ph type="title"/>
          </p:nvPr>
        </p:nvSpPr>
        <p:spPr>
          <a:xfrm>
            <a:off x="441196" y="438913"/>
            <a:ext cx="8258702" cy="369332"/>
          </a:xfrm>
        </p:spPr>
        <p:txBody>
          <a:bodyPr/>
          <a:lstStyle>
            <a:lvl1pPr algn="l" defTabSz="685938" rtl="0" eaLnBrk="1" latinLnBrk="0" hangingPunct="1">
              <a:lnSpc>
                <a:spcPct val="100000"/>
              </a:lnSpc>
              <a:spcBef>
                <a:spcPct val="0"/>
              </a:spcBef>
              <a:buNone/>
              <a:defRPr lang="en-US" sz="2353" b="0" i="0" kern="1200" cap="none" spc="0" baseline="0" dirty="0">
                <a:ln w="3175">
                  <a:noFill/>
                </a:ln>
                <a:solidFill>
                  <a:schemeClr val="tx1"/>
                </a:solidFill>
                <a:effectLst/>
                <a:latin typeface="+mj-lt"/>
                <a:ea typeface="+mn-ea"/>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2511989276"/>
      </p:ext>
    </p:extLst>
  </p:cSld>
  <p:clrMapOvr>
    <a:masterClrMapping/>
  </p:clrMapOvr>
  <p:transition>
    <p:fade/>
  </p:transition>
  <p:hf sldNum="0" hdr="0" ftr="0" dt="0"/>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p:cSld name="1_Text option_5 rows">
    <p:spTree>
      <p:nvGrpSpPr>
        <p:cNvPr id="1" name=""/>
        <p:cNvGrpSpPr/>
        <p:nvPr/>
      </p:nvGrpSpPr>
      <p:grpSpPr>
        <a:xfrm>
          <a:off x="0" y="0"/>
          <a:ext cx="0" cy="0"/>
          <a:chOff x="0" y="0"/>
          <a:chExt cx="0" cy="0"/>
        </a:xfrm>
      </p:grpSpPr>
      <p:sp>
        <p:nvSpPr>
          <p:cNvPr id="5" name="Text Placeholder 4"/>
          <p:cNvSpPr>
            <a:spLocks noGrp="1"/>
          </p:cNvSpPr>
          <p:nvPr>
            <p:ph type="body" sz="quarter" idx="11" hasCustomPrompt="1"/>
          </p:nvPr>
        </p:nvSpPr>
        <p:spPr>
          <a:xfrm>
            <a:off x="1042095" y="1092672"/>
            <a:ext cx="7657803" cy="484218"/>
          </a:xfrm>
          <a:prstGeom prst="rect">
            <a:avLst/>
          </a:prstGeo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F4A35CC4-D06B-40B4-91B1-CDA133426FEF}"/>
              </a:ext>
              <a:ext uri="{C183D7F6-B498-43B3-948B-1728B52AA6E4}">
                <adec:decorative xmlns:adec="http://schemas.microsoft.com/office/drawing/2017/decorative" val="1"/>
              </a:ext>
            </a:extLst>
          </p:cNvPr>
          <p:cNvCxnSpPr>
            <a:cxnSpLocks/>
          </p:cNvCxnSpPr>
          <p:nvPr/>
        </p:nvCxnSpPr>
        <p:spPr>
          <a:xfrm>
            <a:off x="1042273" y="1654480"/>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042095" y="1732070"/>
            <a:ext cx="7657803" cy="486675"/>
          </a:xfrm>
          <a:prstGeom prst="rect">
            <a:avLst/>
          </a:prstGeo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7" name="Straight Connector 16">
            <a:extLst>
              <a:ext uri="{FF2B5EF4-FFF2-40B4-BE49-F238E27FC236}">
                <a16:creationId xmlns:a16="http://schemas.microsoft.com/office/drawing/2014/main" id="{569B8E47-3705-4496-95DB-2F04B39526B5}"/>
              </a:ext>
              <a:ext uri="{C183D7F6-B498-43B3-948B-1728B52AA6E4}">
                <adec:decorative xmlns:adec="http://schemas.microsoft.com/office/drawing/2017/decorative" val="1"/>
              </a:ext>
            </a:extLst>
          </p:cNvPr>
          <p:cNvCxnSpPr>
            <a:cxnSpLocks/>
          </p:cNvCxnSpPr>
          <p:nvPr/>
        </p:nvCxnSpPr>
        <p:spPr>
          <a:xfrm>
            <a:off x="1042273" y="2296334"/>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042095" y="2373924"/>
            <a:ext cx="7657803" cy="486675"/>
          </a:xfrm>
          <a:prstGeom prst="rect">
            <a:avLst/>
          </a:prstGeo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9" name="Straight Connector 18">
            <a:extLst>
              <a:ext uri="{FF2B5EF4-FFF2-40B4-BE49-F238E27FC236}">
                <a16:creationId xmlns:a16="http://schemas.microsoft.com/office/drawing/2014/main" id="{971F4189-FC32-45CA-8DDD-889412FB1B93}"/>
              </a:ext>
              <a:ext uri="{C183D7F6-B498-43B3-948B-1728B52AA6E4}">
                <adec:decorative xmlns:adec="http://schemas.microsoft.com/office/drawing/2017/decorative" val="1"/>
              </a:ext>
            </a:extLst>
          </p:cNvPr>
          <p:cNvCxnSpPr>
            <a:cxnSpLocks/>
          </p:cNvCxnSpPr>
          <p:nvPr/>
        </p:nvCxnSpPr>
        <p:spPr>
          <a:xfrm>
            <a:off x="1042273" y="2938189"/>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042095" y="3015778"/>
            <a:ext cx="7657803" cy="486675"/>
          </a:xfrm>
          <a:prstGeom prst="rect">
            <a:avLst/>
          </a:prstGeo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p:nvCxnSpPr>
        <p:spPr>
          <a:xfrm>
            <a:off x="1042273" y="3580043"/>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042095" y="3657634"/>
            <a:ext cx="7657803" cy="486675"/>
          </a:xfrm>
          <a:prstGeom prst="rect">
            <a:avLst/>
          </a:prstGeo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sp>
        <p:nvSpPr>
          <p:cNvPr id="4" name="Title 1">
            <a:extLst>
              <a:ext uri="{FF2B5EF4-FFF2-40B4-BE49-F238E27FC236}">
                <a16:creationId xmlns:a16="http://schemas.microsoft.com/office/drawing/2014/main" id="{8F826457-AD96-78F4-E9DC-B4CC7DCCED84}"/>
              </a:ext>
            </a:extLst>
          </p:cNvPr>
          <p:cNvSpPr>
            <a:spLocks noGrp="1"/>
          </p:cNvSpPr>
          <p:nvPr>
            <p:ph type="title"/>
          </p:nvPr>
        </p:nvSpPr>
        <p:spPr>
          <a:xfrm>
            <a:off x="441197" y="438913"/>
            <a:ext cx="6144768" cy="369332"/>
          </a:xfrm>
        </p:spPr>
        <p:txBody>
          <a:bodyPr/>
          <a:lstStyle>
            <a:lvl1pPr algn="l" defTabSz="685938" rtl="0" eaLnBrk="1" latinLnBrk="0" hangingPunct="1">
              <a:lnSpc>
                <a:spcPct val="100000"/>
              </a:lnSpc>
              <a:spcBef>
                <a:spcPct val="0"/>
              </a:spcBef>
              <a:buNone/>
              <a:defRPr lang="en-US" sz="2353" b="0" i="0" kern="1200" cap="none" spc="0" baseline="0" dirty="0">
                <a:ln w="3175">
                  <a:noFill/>
                </a:ln>
                <a:solidFill>
                  <a:schemeClr val="tx1"/>
                </a:solidFill>
                <a:effectLst/>
                <a:latin typeface="+mj-lt"/>
                <a:ea typeface="+mn-ea"/>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1953183850"/>
      </p:ext>
    </p:extLst>
  </p:cSld>
  <p:clrMapOvr>
    <a:masterClrMapping/>
  </p:clrMapOvr>
  <p:transition>
    <p:fade/>
  </p:transition>
  <p:hf sldNum="0" hdr="0" ftr="0" dt="0"/>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p:cSld name="Closing slide_with Logo">
    <p:bg>
      <p:bgPr>
        <a:solidFill>
          <a:srgbClr val="E8E6DF"/>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a16="http://schemas.microsoft.com/office/drawing/2014/main" id="{34855668-1A0A-E5EE-1D0F-97B30351BA0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438150" y="439342"/>
            <a:ext cx="1024830" cy="219456"/>
          </a:xfrm>
          <a:prstGeom prst="rect">
            <a:avLst/>
          </a:prstGeom>
        </p:spPr>
      </p:pic>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441197" y="-459432"/>
            <a:ext cx="6144768" cy="230833"/>
          </a:xfrm>
        </p:spPr>
        <p:txBody>
          <a:bodyPr/>
          <a:lstStyle>
            <a:lvl1pPr>
              <a:defRPr sz="1471" b="0" i="0">
                <a:solidFill>
                  <a:srgbClr val="001F2D"/>
                </a:solidFill>
                <a:latin typeface="+mj-lt"/>
                <a:cs typeface="Segoe UI Semibold" panose="020B0502040204020203" pitchFamily="34" charset="0"/>
              </a:defRPr>
            </a:lvl1pPr>
          </a:lstStyle>
          <a:p>
            <a:r>
              <a:rPr lang="en-US"/>
              <a:t>Final slide with logo</a:t>
            </a:r>
          </a:p>
        </p:txBody>
      </p:sp>
    </p:spTree>
    <p:extLst>
      <p:ext uri="{BB962C8B-B14F-4D97-AF65-F5344CB8AC3E}">
        <p14:creationId xmlns:p14="http://schemas.microsoft.com/office/powerpoint/2010/main" val="3591071024"/>
      </p:ext>
    </p:extLst>
  </p:cSld>
  <p:clrMapOvr>
    <a:overrideClrMapping bg1="lt1" tx1="dk1" bg2="lt2" tx2="dk2" accent1="accent1" accent2="accent2" accent3="accent3" accent4="accent4" accent5="accent5" accent6="accent6" hlink="hlink" folHlink="folHlink"/>
  </p:clrMapOvr>
  <p:transition>
    <p:fade/>
  </p:transition>
  <p:hf sldNum="0" hdr="0" ftr="0" dt="0"/>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p:cSld name="2_Closing slide_with Logo">
    <p:bg>
      <p:bgPr>
        <a:solidFill>
          <a:srgbClr val="E8E6DF"/>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a16="http://schemas.microsoft.com/office/drawing/2014/main" id="{34855668-1A0A-E5EE-1D0F-97B30351BA0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438150" y="439342"/>
            <a:ext cx="1024830" cy="219456"/>
          </a:xfrm>
          <a:prstGeom prst="rect">
            <a:avLst/>
          </a:prstGeom>
        </p:spPr>
      </p:pic>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441197" y="-462032"/>
            <a:ext cx="6144768" cy="230833"/>
          </a:xfrm>
        </p:spPr>
        <p:txBody>
          <a:bodyPr/>
          <a:lstStyle>
            <a:lvl1pPr>
              <a:defRPr sz="1471" b="0" i="0">
                <a:solidFill>
                  <a:srgbClr val="001F2D"/>
                </a:solidFill>
                <a:latin typeface="+mj-lt"/>
                <a:cs typeface="Segoe UI Semibold" panose="020B0502040204020203" pitchFamily="34" charset="0"/>
              </a:defRPr>
            </a:lvl1pPr>
          </a:lstStyle>
          <a:p>
            <a:r>
              <a:rPr lang="en-US"/>
              <a:t>Final slide with logo</a:t>
            </a:r>
          </a:p>
        </p:txBody>
      </p:sp>
      <p:sp>
        <p:nvSpPr>
          <p:cNvPr id="6" name="Text Placeholder 4">
            <a:extLst>
              <a:ext uri="{FF2B5EF4-FFF2-40B4-BE49-F238E27FC236}">
                <a16:creationId xmlns:a16="http://schemas.microsoft.com/office/drawing/2014/main" id="{BD9E8228-6949-BCF9-F825-22D65A43DBCD}"/>
              </a:ext>
            </a:extLst>
          </p:cNvPr>
          <p:cNvSpPr>
            <a:spLocks noGrp="1"/>
          </p:cNvSpPr>
          <p:nvPr>
            <p:ph type="body" sz="quarter" idx="12" hasCustomPrompt="1"/>
          </p:nvPr>
        </p:nvSpPr>
        <p:spPr>
          <a:xfrm>
            <a:off x="438913" y="1560171"/>
            <a:ext cx="2521457" cy="415499"/>
          </a:xfrm>
          <a:noFill/>
        </p:spPr>
        <p:txBody>
          <a:bodyPr wrap="square" lIns="0" tIns="0" rIns="0" bIns="0">
            <a:spAutoFit/>
          </a:bodyPr>
          <a:lstStyle>
            <a:lvl1pPr marL="0" indent="0" algn="l" defTabSz="336225" rtl="0" eaLnBrk="1" latinLnBrk="0" hangingPunct="1">
              <a:lnSpc>
                <a:spcPct val="100000"/>
              </a:lnSpc>
              <a:spcBef>
                <a:spcPct val="0"/>
              </a:spcBef>
              <a:spcAft>
                <a:spcPts val="0"/>
              </a:spcAft>
              <a:buFont typeface="Arial" panose="020B0604020202020204" pitchFamily="34" charset="0"/>
              <a:buNone/>
              <a:defRPr lang="en-US" sz="2647" b="0" kern="1200" cap="none" spc="-37" baseline="0" dirty="0">
                <a:ln w="3175">
                  <a:noFill/>
                </a:ln>
                <a:solidFill>
                  <a:schemeClr val="accent3"/>
                </a:solidFill>
                <a:effectLst/>
                <a:latin typeface="+mj-lt"/>
                <a:ea typeface="+mn-ea"/>
                <a:cs typeface="Segoe UI" panose="020B0502040204020203" pitchFamily="34" charset="0"/>
              </a:defRPr>
            </a:lvl1pPr>
          </a:lstStyle>
          <a:p>
            <a:pPr lvl="0"/>
            <a:r>
              <a:rPr lang="en-US"/>
              <a:t>Thank you.</a:t>
            </a:r>
          </a:p>
        </p:txBody>
      </p:sp>
      <p:sp>
        <p:nvSpPr>
          <p:cNvPr id="9" name="Text Placeholder 8">
            <a:extLst>
              <a:ext uri="{FF2B5EF4-FFF2-40B4-BE49-F238E27FC236}">
                <a16:creationId xmlns:a16="http://schemas.microsoft.com/office/drawing/2014/main" id="{FCDD9B65-7B9C-E803-654B-692D90202D54}"/>
              </a:ext>
            </a:extLst>
          </p:cNvPr>
          <p:cNvSpPr>
            <a:spLocks noGrp="1"/>
          </p:cNvSpPr>
          <p:nvPr>
            <p:ph type="body" sz="quarter" idx="13"/>
          </p:nvPr>
        </p:nvSpPr>
        <p:spPr>
          <a:xfrm>
            <a:off x="3364230" y="1707357"/>
            <a:ext cx="5335667" cy="411010"/>
          </a:xfrm>
        </p:spPr>
        <p:txBody>
          <a:bodyPr/>
          <a:lstStyle>
            <a:lvl1pPr marL="0" indent="0" algn="l" defTabSz="336225" rtl="0" eaLnBrk="1" latinLnBrk="0" hangingPunct="1">
              <a:lnSpc>
                <a:spcPct val="100000"/>
              </a:lnSpc>
              <a:spcBef>
                <a:spcPct val="0"/>
              </a:spcBef>
              <a:buNone/>
              <a:defRPr lang="en-US" sz="1471" b="0" kern="1200" cap="none" spc="-37" baseline="0" dirty="0" smtClean="0">
                <a:ln w="3175">
                  <a:noFill/>
                </a:ln>
                <a:solidFill>
                  <a:schemeClr val="tx1"/>
                </a:solidFill>
                <a:effectLst/>
                <a:latin typeface="+mn-lt"/>
                <a:ea typeface="+mn-ea"/>
                <a:cs typeface="Segoe UI" panose="020B0502040204020203" pitchFamily="34" charset="0"/>
              </a:defRPr>
            </a:lvl1pPr>
            <a:lvl2pPr marL="114316" indent="0">
              <a:buNone/>
              <a:defRPr lang="en-US" sz="1471" b="0" kern="1200" cap="none" spc="-37" baseline="0" dirty="0" smtClean="0">
                <a:ln w="3175">
                  <a:noFill/>
                </a:ln>
                <a:solidFill>
                  <a:schemeClr val="bg1"/>
                </a:solidFill>
                <a:effectLst/>
                <a:latin typeface="+mn-lt"/>
                <a:ea typeface="+mn-ea"/>
                <a:cs typeface="Segoe UI" panose="020B0502040204020203" pitchFamily="34" charset="0"/>
              </a:defRPr>
            </a:lvl2pPr>
            <a:lvl3pPr marL="195010" indent="0">
              <a:buNone/>
              <a:defRPr/>
            </a:lvl3pPr>
            <a:lvl4pPr marL="486826" indent="0">
              <a:buNone/>
              <a:defRPr/>
            </a:lvl4pPr>
            <a:lvl5pPr marL="629255" indent="0">
              <a:buNone/>
              <a:defRPr/>
            </a:lvl5pPr>
          </a:lstStyle>
          <a:p>
            <a:pPr lvl="0"/>
            <a:r>
              <a:rPr lang="en-US"/>
              <a:t>Click to edit Master text styles</a:t>
            </a:r>
          </a:p>
        </p:txBody>
      </p:sp>
    </p:spTree>
    <p:extLst>
      <p:ext uri="{BB962C8B-B14F-4D97-AF65-F5344CB8AC3E}">
        <p14:creationId xmlns:p14="http://schemas.microsoft.com/office/powerpoint/2010/main" val="2232472369"/>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1" orient="horz" pos="1592">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4A36DC34-EED6-8F49-8473-3802F6C2A3D1}"/>
              </a:ext>
            </a:extLst>
          </p:cNvPr>
          <p:cNvSpPr>
            <a:spLocks noGrp="1"/>
          </p:cNvSpPr>
          <p:nvPr>
            <p:ph type="title" hasCustomPrompt="1"/>
          </p:nvPr>
        </p:nvSpPr>
        <p:spPr>
          <a:xfrm>
            <a:off x="321512" y="1899336"/>
            <a:ext cx="7222792" cy="1344828"/>
          </a:xfrm>
          <a:prstGeom prst="rect">
            <a:avLst/>
          </a:prstGeom>
          <a:noFill/>
        </p:spPr>
        <p:txBody>
          <a:bodyPr lIns="0" tIns="0" rIns="0" bIns="182880" anchor="b" anchorCtr="0"/>
          <a:lstStyle>
            <a:lvl1pPr>
              <a:defRPr sz="3530" strike="noStrike" spc="-36" baseline="0">
                <a:solidFill>
                  <a:schemeClr val="tx2"/>
                </a:solidFill>
              </a:defRPr>
            </a:lvl1pPr>
          </a:lstStyle>
          <a:p>
            <a:r>
              <a:rPr lang="en-US">
                <a:solidFill>
                  <a:schemeClr val="tx1"/>
                </a:solidFill>
              </a:rPr>
              <a:t>Microsoft Security title</a:t>
            </a:r>
            <a:endParaRPr lang="en-US"/>
          </a:p>
        </p:txBody>
      </p:sp>
      <p:sp>
        <p:nvSpPr>
          <p:cNvPr id="14" name="Text Placeholder 10">
            <a:extLst>
              <a:ext uri="{FF2B5EF4-FFF2-40B4-BE49-F238E27FC236}">
                <a16:creationId xmlns:a16="http://schemas.microsoft.com/office/drawing/2014/main" id="{2E500E80-DD0C-EF4F-BB7D-03960A098E1F}"/>
              </a:ext>
            </a:extLst>
          </p:cNvPr>
          <p:cNvSpPr>
            <a:spLocks noGrp="1"/>
          </p:cNvSpPr>
          <p:nvPr>
            <p:ph type="body" sz="quarter" idx="15" hasCustomPrompt="1"/>
          </p:nvPr>
        </p:nvSpPr>
        <p:spPr>
          <a:xfrm>
            <a:off x="331851" y="3262586"/>
            <a:ext cx="7202114" cy="592213"/>
          </a:xfrm>
          <a:prstGeom prst="rect">
            <a:avLst/>
          </a:prstGeom>
        </p:spPr>
        <p:txBody>
          <a:bodyPr/>
          <a:lstStyle>
            <a:lvl1pPr>
              <a:defRPr sz="1324">
                <a:solidFill>
                  <a:srgbClr val="000000"/>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82FAE6D0-0992-4139-9359-5135BCE47E11}"/>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79484585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Title Slide with blue background">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FDD3BB94-DC99-244C-91E3-A9764AF2671E}"/>
              </a:ext>
            </a:extLst>
          </p:cNvPr>
          <p:cNvSpPr>
            <a:spLocks noGrp="1"/>
          </p:cNvSpPr>
          <p:nvPr>
            <p:ph type="title" hasCustomPrompt="1"/>
          </p:nvPr>
        </p:nvSpPr>
        <p:spPr>
          <a:xfrm>
            <a:off x="321512" y="1899336"/>
            <a:ext cx="7222792" cy="1344828"/>
          </a:xfrm>
          <a:prstGeom prst="rect">
            <a:avLst/>
          </a:prstGeom>
          <a:noFill/>
        </p:spPr>
        <p:txBody>
          <a:bodyPr lIns="0" tIns="0" rIns="0" bIns="182880" anchor="b" anchorCtr="0"/>
          <a:lstStyle>
            <a:lvl1pPr>
              <a:defRPr sz="3530" strike="noStrike" spc="-36" baseline="0">
                <a:solidFill>
                  <a:schemeClr val="bg1"/>
                </a:solidFill>
              </a:defRPr>
            </a:lvl1pPr>
          </a:lstStyle>
          <a:p>
            <a:r>
              <a:rPr lang="en-US"/>
              <a:t>Microsoft 365 title</a:t>
            </a:r>
          </a:p>
        </p:txBody>
      </p:sp>
      <p:sp>
        <p:nvSpPr>
          <p:cNvPr id="16" name="Text Placeholder 10">
            <a:extLst>
              <a:ext uri="{FF2B5EF4-FFF2-40B4-BE49-F238E27FC236}">
                <a16:creationId xmlns:a16="http://schemas.microsoft.com/office/drawing/2014/main" id="{63FCEA3C-C822-5A4A-9561-695239EA77C3}"/>
              </a:ext>
            </a:extLst>
          </p:cNvPr>
          <p:cNvSpPr>
            <a:spLocks noGrp="1"/>
          </p:cNvSpPr>
          <p:nvPr>
            <p:ph type="body" sz="quarter" idx="15" hasCustomPrompt="1"/>
          </p:nvPr>
        </p:nvSpPr>
        <p:spPr>
          <a:xfrm>
            <a:off x="331851" y="3262586"/>
            <a:ext cx="7202114" cy="592213"/>
          </a:xfrm>
          <a:prstGeom prst="rect">
            <a:avLst/>
          </a:prstGeom>
        </p:spPr>
        <p:txBody>
          <a:bodyPr/>
          <a:lstStyle>
            <a:lvl1pPr>
              <a:defRPr sz="1324">
                <a:solidFill>
                  <a:schemeClr val="bg1"/>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DE984AF9-42B3-4123-927E-CEC8570AFE35}"/>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solidFill>
                <a:schemeClr val="bg1"/>
              </a:solidFill>
            </a:endParaRPr>
          </a:p>
        </p:txBody>
      </p:sp>
    </p:spTree>
    <p:extLst>
      <p:ext uri="{BB962C8B-B14F-4D97-AF65-F5344CB8AC3E}">
        <p14:creationId xmlns:p14="http://schemas.microsoft.com/office/powerpoint/2010/main" val="253105847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userDrawn="1">
  <p:cSld name="Title slide with graphic 1">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D09A9D1-6212-8B49-96D7-B3E9D17D4BAB}"/>
              </a:ext>
            </a:extLst>
          </p:cNvPr>
          <p:cNvSpPr>
            <a:spLocks noGrp="1"/>
          </p:cNvSpPr>
          <p:nvPr>
            <p:ph type="title" hasCustomPrompt="1"/>
          </p:nvPr>
        </p:nvSpPr>
        <p:spPr>
          <a:xfrm>
            <a:off x="321511" y="1899336"/>
            <a:ext cx="4071702" cy="1344828"/>
          </a:xfrm>
          <a:prstGeom prst="rect">
            <a:avLst/>
          </a:prstGeom>
          <a:noFill/>
        </p:spPr>
        <p:txBody>
          <a:bodyPr lIns="0" tIns="0" rIns="0" bIns="182880" anchor="b" anchorCtr="0"/>
          <a:lstStyle>
            <a:lvl1pPr>
              <a:defRPr sz="3530" strike="noStrike" spc="-36" baseline="0">
                <a:solidFill>
                  <a:srgbClr val="000000"/>
                </a:solidFill>
              </a:defRPr>
            </a:lvl1pPr>
          </a:lstStyle>
          <a:p>
            <a:r>
              <a:rPr lang="en-US"/>
              <a:t>Azure presentation</a:t>
            </a:r>
            <a:br>
              <a:rPr lang="en-US"/>
            </a:br>
            <a:r>
              <a:rPr lang="en-US"/>
              <a:t>title or event name</a:t>
            </a:r>
          </a:p>
        </p:txBody>
      </p:sp>
      <p:sp>
        <p:nvSpPr>
          <p:cNvPr id="9" name="Text Placeholder 10">
            <a:extLst>
              <a:ext uri="{FF2B5EF4-FFF2-40B4-BE49-F238E27FC236}">
                <a16:creationId xmlns:a16="http://schemas.microsoft.com/office/drawing/2014/main" id="{0881A9F1-B3A4-0742-8DAD-18EC8A78C522}"/>
              </a:ext>
            </a:extLst>
          </p:cNvPr>
          <p:cNvSpPr>
            <a:spLocks noGrp="1"/>
          </p:cNvSpPr>
          <p:nvPr>
            <p:ph type="body" sz="quarter" idx="15" hasCustomPrompt="1"/>
          </p:nvPr>
        </p:nvSpPr>
        <p:spPr>
          <a:xfrm>
            <a:off x="331849" y="3262586"/>
            <a:ext cx="4060046" cy="592213"/>
          </a:xfrm>
          <a:prstGeom prst="rect">
            <a:avLst/>
          </a:prstGeom>
        </p:spPr>
        <p:txBody>
          <a:bodyPr/>
          <a:lstStyle>
            <a:lvl1pPr>
              <a:defRPr sz="1324">
                <a:solidFill>
                  <a:srgbClr val="000000"/>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7" name="Footer Placeholder 1">
            <a:extLst>
              <a:ext uri="{FF2B5EF4-FFF2-40B4-BE49-F238E27FC236}">
                <a16:creationId xmlns:a16="http://schemas.microsoft.com/office/drawing/2014/main" id="{1B6BA0D2-3614-405C-8BB6-C5242154BADB}"/>
              </a:ext>
            </a:extLst>
          </p:cNvPr>
          <p:cNvSpPr txBox="1">
            <a:spLocks/>
          </p:cNvSpPr>
          <p:nvPr userDrawn="1"/>
        </p:nvSpPr>
        <p:spPr>
          <a:xfrm>
            <a:off x="3318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endParaRPr lang="en-US" sz="662" dirty="0"/>
          </a:p>
        </p:txBody>
      </p:sp>
      <p:pic>
        <p:nvPicPr>
          <p:cNvPr id="4" name="Picture 3">
            <a:extLst>
              <a:ext uri="{FF2B5EF4-FFF2-40B4-BE49-F238E27FC236}">
                <a16:creationId xmlns:a16="http://schemas.microsoft.com/office/drawing/2014/main" id="{C4B6689F-D3DF-4DE9-BFA0-0A8E724877B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213" y="0"/>
            <a:ext cx="4480343" cy="5143500"/>
          </a:xfrm>
          <a:prstGeom prst="rect">
            <a:avLst/>
          </a:prstGeom>
        </p:spPr>
      </p:pic>
    </p:spTree>
    <p:extLst>
      <p:ext uri="{BB962C8B-B14F-4D97-AF65-F5344CB8AC3E}">
        <p14:creationId xmlns:p14="http://schemas.microsoft.com/office/powerpoint/2010/main" val="428013386"/>
      </p:ext>
    </p:extLst>
  </p:cSld>
  <p:clrMapOvr>
    <a:masterClrMapping/>
  </p:clrMapOvr>
  <p:transition>
    <p:fade/>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userDrawn="1">
  <p:cSld name="Title slide with graphic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321511" y="1899336"/>
            <a:ext cx="4071702" cy="1344828"/>
          </a:xfrm>
          <a:prstGeom prst="rect">
            <a:avLst/>
          </a:prstGeom>
          <a:noFill/>
        </p:spPr>
        <p:txBody>
          <a:bodyPr lIns="0" tIns="0" rIns="0" bIns="182880" anchor="b" anchorCtr="0"/>
          <a:lstStyle>
            <a:lvl1pPr>
              <a:defRPr sz="3530" strike="noStrike" spc="-36" baseline="0">
                <a:solidFill>
                  <a:schemeClr val="tx1"/>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331849" y="3262586"/>
            <a:ext cx="4060046" cy="592213"/>
          </a:xfrm>
          <a:prstGeom prst="rect">
            <a:avLst/>
          </a:prstGeom>
        </p:spPr>
        <p:txBody>
          <a:bodyPr/>
          <a:lstStyle>
            <a:lvl1pPr>
              <a:defRPr sz="1324">
                <a:solidFill>
                  <a:schemeClr val="tx1"/>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
        <p:nvSpPr>
          <p:cNvPr id="13" name="Oval 12">
            <a:extLst>
              <a:ext uri="{FF2B5EF4-FFF2-40B4-BE49-F238E27FC236}">
                <a16:creationId xmlns:a16="http://schemas.microsoft.com/office/drawing/2014/main" id="{0C62E602-B038-4AA6-A699-B469CFE1AD96}"/>
              </a:ext>
              <a:ext uri="{C183D7F6-B498-43B3-948B-1728B52AA6E4}">
                <adec:decorative xmlns:adec="http://schemas.microsoft.com/office/drawing/2017/decorative" val="1"/>
              </a:ext>
            </a:extLst>
          </p:cNvPr>
          <p:cNvSpPr/>
          <p:nvPr userDrawn="1"/>
        </p:nvSpPr>
        <p:spPr bwMode="auto">
          <a:xfrm>
            <a:off x="4787353" y="442062"/>
            <a:ext cx="4253984" cy="4259376"/>
          </a:xfrm>
          <a:prstGeom prst="ellipse">
            <a:avLst/>
          </a:prstGeom>
          <a:noFill/>
          <a:ln w="1905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grpSp>
        <p:nvGrpSpPr>
          <p:cNvPr id="37" name="Group 36">
            <a:extLst>
              <a:ext uri="{FF2B5EF4-FFF2-40B4-BE49-F238E27FC236}">
                <a16:creationId xmlns:a16="http://schemas.microsoft.com/office/drawing/2014/main" id="{695F69F3-6C65-4C67-BE9F-99EE13ECA942}"/>
              </a:ext>
            </a:extLst>
          </p:cNvPr>
          <p:cNvGrpSpPr/>
          <p:nvPr userDrawn="1"/>
        </p:nvGrpSpPr>
        <p:grpSpPr>
          <a:xfrm>
            <a:off x="4950710" y="644833"/>
            <a:ext cx="3861441" cy="3853835"/>
            <a:chOff x="6600946" y="859776"/>
            <a:chExt cx="5148588" cy="5138447"/>
          </a:xfrm>
        </p:grpSpPr>
        <p:grpSp>
          <p:nvGrpSpPr>
            <p:cNvPr id="38" name="Graphic 1">
              <a:extLst>
                <a:ext uri="{FF2B5EF4-FFF2-40B4-BE49-F238E27FC236}">
                  <a16:creationId xmlns:a16="http://schemas.microsoft.com/office/drawing/2014/main" id="{BC070748-6768-4FC2-A431-E43A99B45D24}"/>
                </a:ext>
              </a:extLst>
            </p:cNvPr>
            <p:cNvGrpSpPr/>
            <p:nvPr/>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48" name="Freeform: Shape 47">
                <a:extLst>
                  <a:ext uri="{FF2B5EF4-FFF2-40B4-BE49-F238E27FC236}">
                    <a16:creationId xmlns:a16="http://schemas.microsoft.com/office/drawing/2014/main" id="{04C016FB-6079-433E-86F5-11870BD5A617}"/>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272" dirty="0"/>
              </a:p>
            </p:txBody>
          </p:sp>
          <p:sp>
            <p:nvSpPr>
              <p:cNvPr id="49" name="Freeform: Shape 48">
                <a:extLst>
                  <a:ext uri="{FF2B5EF4-FFF2-40B4-BE49-F238E27FC236}">
                    <a16:creationId xmlns:a16="http://schemas.microsoft.com/office/drawing/2014/main" id="{54102133-5E8C-4CB3-AC62-D09FC824D203}"/>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272" dirty="0"/>
              </a:p>
            </p:txBody>
          </p:sp>
          <p:sp>
            <p:nvSpPr>
              <p:cNvPr id="50" name="Freeform: Shape 49">
                <a:extLst>
                  <a:ext uri="{FF2B5EF4-FFF2-40B4-BE49-F238E27FC236}">
                    <a16:creationId xmlns:a16="http://schemas.microsoft.com/office/drawing/2014/main" id="{0BCE9930-CFBB-4646-901A-120648FA1B9E}"/>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272" dirty="0"/>
              </a:p>
            </p:txBody>
          </p:sp>
          <p:sp>
            <p:nvSpPr>
              <p:cNvPr id="51" name="Freeform: Shape 50">
                <a:extLst>
                  <a:ext uri="{FF2B5EF4-FFF2-40B4-BE49-F238E27FC236}">
                    <a16:creationId xmlns:a16="http://schemas.microsoft.com/office/drawing/2014/main" id="{8C60FDBA-7C23-4806-88B5-29E31C6583DC}"/>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272" dirty="0"/>
              </a:p>
            </p:txBody>
          </p:sp>
          <p:sp>
            <p:nvSpPr>
              <p:cNvPr id="52" name="Freeform: Shape 51">
                <a:extLst>
                  <a:ext uri="{FF2B5EF4-FFF2-40B4-BE49-F238E27FC236}">
                    <a16:creationId xmlns:a16="http://schemas.microsoft.com/office/drawing/2014/main" id="{7DC83954-308D-4CAC-ADE0-92CE37FA6207}"/>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272" dirty="0"/>
              </a:p>
            </p:txBody>
          </p:sp>
          <p:sp>
            <p:nvSpPr>
              <p:cNvPr id="53" name="Freeform: Shape 52">
                <a:extLst>
                  <a:ext uri="{FF2B5EF4-FFF2-40B4-BE49-F238E27FC236}">
                    <a16:creationId xmlns:a16="http://schemas.microsoft.com/office/drawing/2014/main" id="{85339DC7-664E-4BEF-85FE-D1109A719B7E}"/>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272" dirty="0"/>
              </a:p>
            </p:txBody>
          </p:sp>
          <p:sp>
            <p:nvSpPr>
              <p:cNvPr id="54" name="Freeform: Shape 53">
                <a:extLst>
                  <a:ext uri="{FF2B5EF4-FFF2-40B4-BE49-F238E27FC236}">
                    <a16:creationId xmlns:a16="http://schemas.microsoft.com/office/drawing/2014/main" id="{DED6E3EF-BEB2-400D-A55F-8F548AA8A3C2}"/>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272" dirty="0"/>
              </a:p>
            </p:txBody>
          </p:sp>
          <p:sp>
            <p:nvSpPr>
              <p:cNvPr id="55" name="Freeform: Shape 54">
                <a:extLst>
                  <a:ext uri="{FF2B5EF4-FFF2-40B4-BE49-F238E27FC236}">
                    <a16:creationId xmlns:a16="http://schemas.microsoft.com/office/drawing/2014/main" id="{4056E671-564E-4828-B12C-3873C15097FD}"/>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272" dirty="0"/>
              </a:p>
            </p:txBody>
          </p:sp>
          <p:sp>
            <p:nvSpPr>
              <p:cNvPr id="56" name="Freeform: Shape 55">
                <a:extLst>
                  <a:ext uri="{FF2B5EF4-FFF2-40B4-BE49-F238E27FC236}">
                    <a16:creationId xmlns:a16="http://schemas.microsoft.com/office/drawing/2014/main" id="{CE2375AC-EE5D-462B-8769-A875F92C6D3F}"/>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272" dirty="0"/>
              </a:p>
            </p:txBody>
          </p:sp>
          <p:sp>
            <p:nvSpPr>
              <p:cNvPr id="57" name="Freeform: Shape 56">
                <a:extLst>
                  <a:ext uri="{FF2B5EF4-FFF2-40B4-BE49-F238E27FC236}">
                    <a16:creationId xmlns:a16="http://schemas.microsoft.com/office/drawing/2014/main" id="{5543C42A-4AA4-4EE3-9D6A-20D705974B93}"/>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272" dirty="0"/>
              </a:p>
            </p:txBody>
          </p:sp>
          <p:sp>
            <p:nvSpPr>
              <p:cNvPr id="58" name="Freeform: Shape 57">
                <a:extLst>
                  <a:ext uri="{FF2B5EF4-FFF2-40B4-BE49-F238E27FC236}">
                    <a16:creationId xmlns:a16="http://schemas.microsoft.com/office/drawing/2014/main" id="{5A06D381-5E3A-45E2-943A-D8A9CD6DDB02}"/>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272" dirty="0"/>
              </a:p>
            </p:txBody>
          </p:sp>
          <p:sp>
            <p:nvSpPr>
              <p:cNvPr id="59" name="Freeform: Shape 58">
                <a:extLst>
                  <a:ext uri="{FF2B5EF4-FFF2-40B4-BE49-F238E27FC236}">
                    <a16:creationId xmlns:a16="http://schemas.microsoft.com/office/drawing/2014/main" id="{6A50715D-06C2-4A50-B805-7C779755D7AD}"/>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272" dirty="0"/>
              </a:p>
            </p:txBody>
          </p:sp>
          <p:sp>
            <p:nvSpPr>
              <p:cNvPr id="60" name="Freeform: Shape 59">
                <a:extLst>
                  <a:ext uri="{FF2B5EF4-FFF2-40B4-BE49-F238E27FC236}">
                    <a16:creationId xmlns:a16="http://schemas.microsoft.com/office/drawing/2014/main" id="{76CB3FBA-91B0-4DCE-AC92-F9A18FF4D65A}"/>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272" dirty="0"/>
              </a:p>
            </p:txBody>
          </p:sp>
          <p:sp>
            <p:nvSpPr>
              <p:cNvPr id="61" name="Freeform: Shape 60">
                <a:extLst>
                  <a:ext uri="{FF2B5EF4-FFF2-40B4-BE49-F238E27FC236}">
                    <a16:creationId xmlns:a16="http://schemas.microsoft.com/office/drawing/2014/main" id="{22045ED4-534F-4B15-8795-D2C7547978FE}"/>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272" dirty="0"/>
              </a:p>
            </p:txBody>
          </p:sp>
          <p:sp>
            <p:nvSpPr>
              <p:cNvPr id="62" name="Freeform: Shape 61">
                <a:extLst>
                  <a:ext uri="{FF2B5EF4-FFF2-40B4-BE49-F238E27FC236}">
                    <a16:creationId xmlns:a16="http://schemas.microsoft.com/office/drawing/2014/main" id="{FEE68F87-0B6B-4885-866B-61423AE3724E}"/>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272" dirty="0"/>
              </a:p>
            </p:txBody>
          </p:sp>
          <p:sp>
            <p:nvSpPr>
              <p:cNvPr id="63" name="Freeform: Shape 62">
                <a:extLst>
                  <a:ext uri="{FF2B5EF4-FFF2-40B4-BE49-F238E27FC236}">
                    <a16:creationId xmlns:a16="http://schemas.microsoft.com/office/drawing/2014/main" id="{E99B4F58-0E6C-41DE-99A2-C3FCE7F11DB0}"/>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272" dirty="0"/>
              </a:p>
            </p:txBody>
          </p:sp>
          <p:sp>
            <p:nvSpPr>
              <p:cNvPr id="64" name="Freeform: Shape 63">
                <a:extLst>
                  <a:ext uri="{FF2B5EF4-FFF2-40B4-BE49-F238E27FC236}">
                    <a16:creationId xmlns:a16="http://schemas.microsoft.com/office/drawing/2014/main" id="{98213603-4044-4EDC-B3E0-CE20E3EE9BC2}"/>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272" dirty="0"/>
              </a:p>
            </p:txBody>
          </p:sp>
          <p:sp>
            <p:nvSpPr>
              <p:cNvPr id="65" name="Freeform: Shape 64">
                <a:extLst>
                  <a:ext uri="{FF2B5EF4-FFF2-40B4-BE49-F238E27FC236}">
                    <a16:creationId xmlns:a16="http://schemas.microsoft.com/office/drawing/2014/main" id="{DB035EF0-F3DA-4581-9198-447F52894F88}"/>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272" dirty="0"/>
              </a:p>
            </p:txBody>
          </p:sp>
          <p:sp>
            <p:nvSpPr>
              <p:cNvPr id="66" name="Freeform: Shape 65">
                <a:extLst>
                  <a:ext uri="{FF2B5EF4-FFF2-40B4-BE49-F238E27FC236}">
                    <a16:creationId xmlns:a16="http://schemas.microsoft.com/office/drawing/2014/main" id="{41AE2AF0-7DD9-443B-8718-D31F62D3CF64}"/>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272" dirty="0"/>
              </a:p>
            </p:txBody>
          </p:sp>
          <p:sp>
            <p:nvSpPr>
              <p:cNvPr id="67" name="Freeform: Shape 66">
                <a:extLst>
                  <a:ext uri="{FF2B5EF4-FFF2-40B4-BE49-F238E27FC236}">
                    <a16:creationId xmlns:a16="http://schemas.microsoft.com/office/drawing/2014/main" id="{1CB79995-5784-46B8-8607-92B5827FD726}"/>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272" dirty="0"/>
              </a:p>
            </p:txBody>
          </p:sp>
          <p:sp>
            <p:nvSpPr>
              <p:cNvPr id="68" name="Freeform: Shape 67">
                <a:extLst>
                  <a:ext uri="{FF2B5EF4-FFF2-40B4-BE49-F238E27FC236}">
                    <a16:creationId xmlns:a16="http://schemas.microsoft.com/office/drawing/2014/main" id="{C2CD6B3F-A5CA-4C9E-A462-6CF2EE2A5719}"/>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272" dirty="0"/>
              </a:p>
            </p:txBody>
          </p:sp>
          <p:sp>
            <p:nvSpPr>
              <p:cNvPr id="69" name="Freeform: Shape 68">
                <a:extLst>
                  <a:ext uri="{FF2B5EF4-FFF2-40B4-BE49-F238E27FC236}">
                    <a16:creationId xmlns:a16="http://schemas.microsoft.com/office/drawing/2014/main" id="{078CAE18-6328-4577-A1E2-68D4E723AA5D}"/>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272" dirty="0"/>
              </a:p>
            </p:txBody>
          </p:sp>
          <p:sp>
            <p:nvSpPr>
              <p:cNvPr id="70" name="Freeform: Shape 69">
                <a:extLst>
                  <a:ext uri="{FF2B5EF4-FFF2-40B4-BE49-F238E27FC236}">
                    <a16:creationId xmlns:a16="http://schemas.microsoft.com/office/drawing/2014/main" id="{EBA2E409-2F87-44E1-BDE0-C3F0C5F0EE68}"/>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272" dirty="0"/>
              </a:p>
            </p:txBody>
          </p:sp>
          <p:sp>
            <p:nvSpPr>
              <p:cNvPr id="71" name="Freeform: Shape 70">
                <a:extLst>
                  <a:ext uri="{FF2B5EF4-FFF2-40B4-BE49-F238E27FC236}">
                    <a16:creationId xmlns:a16="http://schemas.microsoft.com/office/drawing/2014/main" id="{4B3569C1-CDDE-4300-A777-F5A88095235D}"/>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272" dirty="0"/>
              </a:p>
            </p:txBody>
          </p:sp>
        </p:grpSp>
        <p:sp>
          <p:nvSpPr>
            <p:cNvPr id="39" name="Oval 38">
              <a:extLst>
                <a:ext uri="{FF2B5EF4-FFF2-40B4-BE49-F238E27FC236}">
                  <a16:creationId xmlns:a16="http://schemas.microsoft.com/office/drawing/2014/main" id="{9AE111FB-FF99-4626-BF15-A4F33CA3E1B5}"/>
                </a:ext>
              </a:extLst>
            </p:cNvPr>
            <p:cNvSpPr/>
            <p:nvPr userDrawn="1"/>
          </p:nvSpPr>
          <p:spPr bwMode="auto">
            <a:xfrm>
              <a:off x="7282905" y="3548967"/>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0" name="Oval 39">
              <a:extLst>
                <a:ext uri="{FF2B5EF4-FFF2-40B4-BE49-F238E27FC236}">
                  <a16:creationId xmlns:a16="http://schemas.microsoft.com/office/drawing/2014/main" id="{EEBF4D1F-7718-4CBE-B978-16FFCC2E3239}"/>
                </a:ext>
              </a:extLst>
            </p:cNvPr>
            <p:cNvSpPr/>
            <p:nvPr userDrawn="1"/>
          </p:nvSpPr>
          <p:spPr bwMode="auto">
            <a:xfrm>
              <a:off x="10896617" y="2909240"/>
              <a:ext cx="124272" cy="12429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1" name="Oval 40">
              <a:extLst>
                <a:ext uri="{FF2B5EF4-FFF2-40B4-BE49-F238E27FC236}">
                  <a16:creationId xmlns:a16="http://schemas.microsoft.com/office/drawing/2014/main" id="{59426D11-A3B4-4FDE-8641-D925588DAB39}"/>
                </a:ext>
              </a:extLst>
            </p:cNvPr>
            <p:cNvSpPr/>
            <p:nvPr userDrawn="1"/>
          </p:nvSpPr>
          <p:spPr bwMode="auto">
            <a:xfrm>
              <a:off x="9437993" y="5187887"/>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2" name="Oval 41">
              <a:extLst>
                <a:ext uri="{FF2B5EF4-FFF2-40B4-BE49-F238E27FC236}">
                  <a16:creationId xmlns:a16="http://schemas.microsoft.com/office/drawing/2014/main" id="{57EDB010-9BE7-4344-984B-7453B4FF8307}"/>
                </a:ext>
              </a:extLst>
            </p:cNvPr>
            <p:cNvSpPr/>
            <p:nvPr userDrawn="1"/>
          </p:nvSpPr>
          <p:spPr bwMode="auto">
            <a:xfrm>
              <a:off x="9087616" y="1541433"/>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3" name="Oval 42">
              <a:extLst>
                <a:ext uri="{FF2B5EF4-FFF2-40B4-BE49-F238E27FC236}">
                  <a16:creationId xmlns:a16="http://schemas.microsoft.com/office/drawing/2014/main" id="{786CA2CE-9797-4C92-9057-B3C8D9338727}"/>
                </a:ext>
              </a:extLst>
            </p:cNvPr>
            <p:cNvSpPr/>
            <p:nvPr userDrawn="1"/>
          </p:nvSpPr>
          <p:spPr bwMode="auto">
            <a:xfrm>
              <a:off x="9052314" y="3314275"/>
              <a:ext cx="229418" cy="22945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4" name="Oval 43">
              <a:extLst>
                <a:ext uri="{FF2B5EF4-FFF2-40B4-BE49-F238E27FC236}">
                  <a16:creationId xmlns:a16="http://schemas.microsoft.com/office/drawing/2014/main" id="{F9A1662E-1481-432B-8DC4-FF834AA60F57}"/>
                </a:ext>
              </a:extLst>
            </p:cNvPr>
            <p:cNvSpPr/>
            <p:nvPr userDrawn="1"/>
          </p:nvSpPr>
          <p:spPr bwMode="auto">
            <a:xfrm>
              <a:off x="9104887" y="2889394"/>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5" name="Oval 44">
              <a:extLst>
                <a:ext uri="{FF2B5EF4-FFF2-40B4-BE49-F238E27FC236}">
                  <a16:creationId xmlns:a16="http://schemas.microsoft.com/office/drawing/2014/main" id="{715F718A-84C5-42DA-9B9C-64E200753714}"/>
                </a:ext>
              </a:extLst>
            </p:cNvPr>
            <p:cNvSpPr/>
            <p:nvPr userDrawn="1"/>
          </p:nvSpPr>
          <p:spPr bwMode="auto">
            <a:xfrm>
              <a:off x="9104887" y="3844315"/>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6" name="Oval 45">
              <a:extLst>
                <a:ext uri="{FF2B5EF4-FFF2-40B4-BE49-F238E27FC236}">
                  <a16:creationId xmlns:a16="http://schemas.microsoft.com/office/drawing/2014/main" id="{48AC1770-CB0D-4E0F-BBE4-41A23A7256AC}"/>
                </a:ext>
              </a:extLst>
            </p:cNvPr>
            <p:cNvSpPr/>
            <p:nvPr userDrawn="1"/>
          </p:nvSpPr>
          <p:spPr bwMode="auto">
            <a:xfrm rot="16200000">
              <a:off x="8628699"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7" name="Oval 46">
              <a:extLst>
                <a:ext uri="{FF2B5EF4-FFF2-40B4-BE49-F238E27FC236}">
                  <a16:creationId xmlns:a16="http://schemas.microsoft.com/office/drawing/2014/main" id="{4DE4736B-6655-4B31-833F-1C130B67E3D0}"/>
                </a:ext>
              </a:extLst>
            </p:cNvPr>
            <p:cNvSpPr/>
            <p:nvPr userDrawn="1"/>
          </p:nvSpPr>
          <p:spPr bwMode="auto">
            <a:xfrm rot="16200000">
              <a:off x="9583486"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grpSp>
    </p:spTree>
    <p:extLst>
      <p:ext uri="{BB962C8B-B14F-4D97-AF65-F5344CB8AC3E}">
        <p14:creationId xmlns:p14="http://schemas.microsoft.com/office/powerpoint/2010/main" val="4183005249"/>
      </p:ext>
    </p:extLst>
  </p:cSld>
  <p:clrMapOvr>
    <a:masterClrMapping/>
  </p:clrMapOvr>
  <p:transition>
    <p:fade/>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Title slide with graphic 3">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321511" y="1899336"/>
            <a:ext cx="4071702" cy="1344828"/>
          </a:xfrm>
          <a:prstGeom prst="rect">
            <a:avLst/>
          </a:prstGeom>
          <a:noFill/>
        </p:spPr>
        <p:txBody>
          <a:bodyPr lIns="0" tIns="0" rIns="0" bIns="182880" anchor="b" anchorCtr="0"/>
          <a:lstStyle>
            <a:lvl1pPr>
              <a:defRPr sz="3530" strike="noStrike" spc="-36" baseline="0">
                <a:solidFill>
                  <a:schemeClr val="tx1"/>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331849" y="3262586"/>
            <a:ext cx="4060046" cy="592213"/>
          </a:xfrm>
          <a:prstGeom prst="rect">
            <a:avLst/>
          </a:prstGeom>
        </p:spPr>
        <p:txBody>
          <a:bodyPr/>
          <a:lstStyle>
            <a:lvl1pPr>
              <a:defRPr sz="1324">
                <a:solidFill>
                  <a:schemeClr val="tx1"/>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
        <p:nvSpPr>
          <p:cNvPr id="72" name="Rectangle 71">
            <a:extLst>
              <a:ext uri="{FF2B5EF4-FFF2-40B4-BE49-F238E27FC236}">
                <a16:creationId xmlns:a16="http://schemas.microsoft.com/office/drawing/2014/main" id="{5E3B1CB1-53A4-41B0-A2BE-8C0CF51F9838}"/>
              </a:ext>
            </a:extLst>
          </p:cNvPr>
          <p:cNvSpPr/>
          <p:nvPr userDrawn="1"/>
        </p:nvSpPr>
        <p:spPr bwMode="auto">
          <a:xfrm>
            <a:off x="4672381" y="0"/>
            <a:ext cx="4471619" cy="51435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pic>
        <p:nvPicPr>
          <p:cNvPr id="73" name="Picture 72">
            <a:extLst>
              <a:ext uri="{FF2B5EF4-FFF2-40B4-BE49-F238E27FC236}">
                <a16:creationId xmlns:a16="http://schemas.microsoft.com/office/drawing/2014/main" id="{D680D2A1-07E3-478C-BBA8-560737A24311}"/>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p:blipFill>
        <p:spPr>
          <a:xfrm>
            <a:off x="4583927" y="0"/>
            <a:ext cx="4560074" cy="5143500"/>
          </a:xfrm>
          <a:prstGeom prst="rect">
            <a:avLst/>
          </a:prstGeom>
        </p:spPr>
      </p:pic>
      <p:grpSp>
        <p:nvGrpSpPr>
          <p:cNvPr id="74" name="Graphic 1">
            <a:extLst>
              <a:ext uri="{FF2B5EF4-FFF2-40B4-BE49-F238E27FC236}">
                <a16:creationId xmlns:a16="http://schemas.microsoft.com/office/drawing/2014/main" id="{4D1B2C3D-109D-46DF-9BA8-640EAF66A03A}"/>
              </a:ext>
            </a:extLst>
          </p:cNvPr>
          <p:cNvGrpSpPr/>
          <p:nvPr userDrawn="1"/>
        </p:nvGrpSpPr>
        <p:grpSpPr>
          <a:xfrm>
            <a:off x="4950710" y="644833"/>
            <a:ext cx="3861441" cy="3853835"/>
            <a:chOff x="5179859" y="2459480"/>
            <a:chExt cx="2077534" cy="2073148"/>
          </a:xfrm>
          <a:gradFill>
            <a:gsLst>
              <a:gs pos="100000">
                <a:schemeClr val="tx2"/>
              </a:gs>
              <a:gs pos="23000">
                <a:schemeClr val="accent5"/>
              </a:gs>
            </a:gsLst>
            <a:lin ang="10800000" scaled="1"/>
          </a:gradFill>
        </p:grpSpPr>
        <p:sp>
          <p:nvSpPr>
            <p:cNvPr id="75" name="Freeform: Shape 74">
              <a:extLst>
                <a:ext uri="{FF2B5EF4-FFF2-40B4-BE49-F238E27FC236}">
                  <a16:creationId xmlns:a16="http://schemas.microsoft.com/office/drawing/2014/main" id="{4DD6AF04-319F-47B0-AAC8-6520DF9B67CE}"/>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272" dirty="0"/>
            </a:p>
          </p:txBody>
        </p:sp>
        <p:sp>
          <p:nvSpPr>
            <p:cNvPr id="76" name="Freeform: Shape 75">
              <a:extLst>
                <a:ext uri="{FF2B5EF4-FFF2-40B4-BE49-F238E27FC236}">
                  <a16:creationId xmlns:a16="http://schemas.microsoft.com/office/drawing/2014/main" id="{283985E4-C6DA-4D56-A4B2-188AF3D29025}"/>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272" dirty="0"/>
            </a:p>
          </p:txBody>
        </p:sp>
        <p:sp>
          <p:nvSpPr>
            <p:cNvPr id="77" name="Freeform: Shape 76">
              <a:extLst>
                <a:ext uri="{FF2B5EF4-FFF2-40B4-BE49-F238E27FC236}">
                  <a16:creationId xmlns:a16="http://schemas.microsoft.com/office/drawing/2014/main" id="{720519B8-1B86-435B-BE56-B5FAEAD39754}"/>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272" dirty="0"/>
            </a:p>
          </p:txBody>
        </p:sp>
        <p:sp>
          <p:nvSpPr>
            <p:cNvPr id="78" name="Freeform: Shape 77">
              <a:extLst>
                <a:ext uri="{FF2B5EF4-FFF2-40B4-BE49-F238E27FC236}">
                  <a16:creationId xmlns:a16="http://schemas.microsoft.com/office/drawing/2014/main" id="{DF83B222-A47F-44B5-9AB0-6ED40197E618}"/>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272" dirty="0"/>
            </a:p>
          </p:txBody>
        </p:sp>
        <p:sp>
          <p:nvSpPr>
            <p:cNvPr id="79" name="Freeform: Shape 78">
              <a:extLst>
                <a:ext uri="{FF2B5EF4-FFF2-40B4-BE49-F238E27FC236}">
                  <a16:creationId xmlns:a16="http://schemas.microsoft.com/office/drawing/2014/main" id="{589A001D-6C7B-4022-B9DE-F83CEC98FE10}"/>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272" dirty="0"/>
            </a:p>
          </p:txBody>
        </p:sp>
        <p:sp>
          <p:nvSpPr>
            <p:cNvPr id="80" name="Freeform: Shape 79">
              <a:extLst>
                <a:ext uri="{FF2B5EF4-FFF2-40B4-BE49-F238E27FC236}">
                  <a16:creationId xmlns:a16="http://schemas.microsoft.com/office/drawing/2014/main" id="{5DCC5C22-8F39-4F71-91FB-71155D0A374F}"/>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272" dirty="0"/>
            </a:p>
          </p:txBody>
        </p:sp>
        <p:sp>
          <p:nvSpPr>
            <p:cNvPr id="81" name="Freeform: Shape 80">
              <a:extLst>
                <a:ext uri="{FF2B5EF4-FFF2-40B4-BE49-F238E27FC236}">
                  <a16:creationId xmlns:a16="http://schemas.microsoft.com/office/drawing/2014/main" id="{0ABDA59A-625F-451E-BBC5-4F89B8E5CA51}"/>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272" dirty="0"/>
            </a:p>
          </p:txBody>
        </p:sp>
        <p:sp>
          <p:nvSpPr>
            <p:cNvPr id="82" name="Freeform: Shape 81">
              <a:extLst>
                <a:ext uri="{FF2B5EF4-FFF2-40B4-BE49-F238E27FC236}">
                  <a16:creationId xmlns:a16="http://schemas.microsoft.com/office/drawing/2014/main" id="{8FF37886-1883-475A-9E61-5E78DBBEDDAE}"/>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272" dirty="0"/>
            </a:p>
          </p:txBody>
        </p:sp>
        <p:sp>
          <p:nvSpPr>
            <p:cNvPr id="83" name="Freeform: Shape 82">
              <a:extLst>
                <a:ext uri="{FF2B5EF4-FFF2-40B4-BE49-F238E27FC236}">
                  <a16:creationId xmlns:a16="http://schemas.microsoft.com/office/drawing/2014/main" id="{798377FB-665F-4899-86A8-48FF769AC164}"/>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272" dirty="0"/>
            </a:p>
          </p:txBody>
        </p:sp>
        <p:sp>
          <p:nvSpPr>
            <p:cNvPr id="84" name="Freeform: Shape 83">
              <a:extLst>
                <a:ext uri="{FF2B5EF4-FFF2-40B4-BE49-F238E27FC236}">
                  <a16:creationId xmlns:a16="http://schemas.microsoft.com/office/drawing/2014/main" id="{A1B6E554-C7FE-437C-B43A-26461DDBED1D}"/>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272" dirty="0"/>
            </a:p>
          </p:txBody>
        </p:sp>
        <p:sp>
          <p:nvSpPr>
            <p:cNvPr id="85" name="Freeform: Shape 84">
              <a:extLst>
                <a:ext uri="{FF2B5EF4-FFF2-40B4-BE49-F238E27FC236}">
                  <a16:creationId xmlns:a16="http://schemas.microsoft.com/office/drawing/2014/main" id="{6916078A-4E6C-4B1D-8F43-B3F2605CCBBA}"/>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272" dirty="0"/>
            </a:p>
          </p:txBody>
        </p:sp>
        <p:sp>
          <p:nvSpPr>
            <p:cNvPr id="86" name="Freeform: Shape 85">
              <a:extLst>
                <a:ext uri="{FF2B5EF4-FFF2-40B4-BE49-F238E27FC236}">
                  <a16:creationId xmlns:a16="http://schemas.microsoft.com/office/drawing/2014/main" id="{870BEE33-905A-44A9-86EB-CC160AFE1010}"/>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272" dirty="0"/>
            </a:p>
          </p:txBody>
        </p:sp>
        <p:sp>
          <p:nvSpPr>
            <p:cNvPr id="87" name="Freeform: Shape 86">
              <a:extLst>
                <a:ext uri="{FF2B5EF4-FFF2-40B4-BE49-F238E27FC236}">
                  <a16:creationId xmlns:a16="http://schemas.microsoft.com/office/drawing/2014/main" id="{D0FEA133-67C4-462C-B78A-0D3B435D0A56}"/>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272" dirty="0"/>
            </a:p>
          </p:txBody>
        </p:sp>
        <p:sp>
          <p:nvSpPr>
            <p:cNvPr id="88" name="Freeform: Shape 87">
              <a:extLst>
                <a:ext uri="{FF2B5EF4-FFF2-40B4-BE49-F238E27FC236}">
                  <a16:creationId xmlns:a16="http://schemas.microsoft.com/office/drawing/2014/main" id="{0191B600-F65E-475C-99A2-EDC38A117B47}"/>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272" dirty="0"/>
            </a:p>
          </p:txBody>
        </p:sp>
        <p:sp>
          <p:nvSpPr>
            <p:cNvPr id="89" name="Freeform: Shape 88">
              <a:extLst>
                <a:ext uri="{FF2B5EF4-FFF2-40B4-BE49-F238E27FC236}">
                  <a16:creationId xmlns:a16="http://schemas.microsoft.com/office/drawing/2014/main" id="{81D1CB41-4153-4C2B-95A8-8E51D544C2A6}"/>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272" dirty="0"/>
            </a:p>
          </p:txBody>
        </p:sp>
        <p:sp>
          <p:nvSpPr>
            <p:cNvPr id="90" name="Freeform: Shape 89">
              <a:extLst>
                <a:ext uri="{FF2B5EF4-FFF2-40B4-BE49-F238E27FC236}">
                  <a16:creationId xmlns:a16="http://schemas.microsoft.com/office/drawing/2014/main" id="{AD85E53E-76EE-4693-B925-448F1AED55C3}"/>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272" dirty="0"/>
            </a:p>
          </p:txBody>
        </p:sp>
        <p:sp>
          <p:nvSpPr>
            <p:cNvPr id="91" name="Freeform: Shape 90">
              <a:extLst>
                <a:ext uri="{FF2B5EF4-FFF2-40B4-BE49-F238E27FC236}">
                  <a16:creationId xmlns:a16="http://schemas.microsoft.com/office/drawing/2014/main" id="{FBF422B5-FEC5-4A6F-980D-F4DCB2842F2D}"/>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272" dirty="0"/>
            </a:p>
          </p:txBody>
        </p:sp>
        <p:sp>
          <p:nvSpPr>
            <p:cNvPr id="92" name="Freeform: Shape 91">
              <a:extLst>
                <a:ext uri="{FF2B5EF4-FFF2-40B4-BE49-F238E27FC236}">
                  <a16:creationId xmlns:a16="http://schemas.microsoft.com/office/drawing/2014/main" id="{73E90C96-7BF3-4653-8F6B-20B2AEFF9C9A}"/>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272" dirty="0"/>
            </a:p>
          </p:txBody>
        </p:sp>
        <p:sp>
          <p:nvSpPr>
            <p:cNvPr id="93" name="Freeform: Shape 92">
              <a:extLst>
                <a:ext uri="{FF2B5EF4-FFF2-40B4-BE49-F238E27FC236}">
                  <a16:creationId xmlns:a16="http://schemas.microsoft.com/office/drawing/2014/main" id="{10255508-CD31-475F-9938-E6992594AD7F}"/>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272" dirty="0"/>
            </a:p>
          </p:txBody>
        </p:sp>
        <p:sp>
          <p:nvSpPr>
            <p:cNvPr id="94" name="Freeform: Shape 93">
              <a:extLst>
                <a:ext uri="{FF2B5EF4-FFF2-40B4-BE49-F238E27FC236}">
                  <a16:creationId xmlns:a16="http://schemas.microsoft.com/office/drawing/2014/main" id="{6180CF46-AD3A-4882-BF8C-42A4079F05AC}"/>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272" dirty="0"/>
            </a:p>
          </p:txBody>
        </p:sp>
        <p:sp>
          <p:nvSpPr>
            <p:cNvPr id="95" name="Freeform: Shape 94">
              <a:extLst>
                <a:ext uri="{FF2B5EF4-FFF2-40B4-BE49-F238E27FC236}">
                  <a16:creationId xmlns:a16="http://schemas.microsoft.com/office/drawing/2014/main" id="{E32DF239-2F1F-4DEF-84E6-8AA4C60B1814}"/>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272" dirty="0"/>
            </a:p>
          </p:txBody>
        </p:sp>
        <p:sp>
          <p:nvSpPr>
            <p:cNvPr id="96" name="Freeform: Shape 95">
              <a:extLst>
                <a:ext uri="{FF2B5EF4-FFF2-40B4-BE49-F238E27FC236}">
                  <a16:creationId xmlns:a16="http://schemas.microsoft.com/office/drawing/2014/main" id="{1FF529E2-E4DE-4BC2-AD36-9E2F91168396}"/>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272" dirty="0"/>
            </a:p>
          </p:txBody>
        </p:sp>
        <p:sp>
          <p:nvSpPr>
            <p:cNvPr id="97" name="Freeform: Shape 96">
              <a:extLst>
                <a:ext uri="{FF2B5EF4-FFF2-40B4-BE49-F238E27FC236}">
                  <a16:creationId xmlns:a16="http://schemas.microsoft.com/office/drawing/2014/main" id="{EBD42EE8-F67C-4184-AC55-B277B9D45512}"/>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272" dirty="0"/>
            </a:p>
          </p:txBody>
        </p:sp>
        <p:sp>
          <p:nvSpPr>
            <p:cNvPr id="98" name="Freeform: Shape 97">
              <a:extLst>
                <a:ext uri="{FF2B5EF4-FFF2-40B4-BE49-F238E27FC236}">
                  <a16:creationId xmlns:a16="http://schemas.microsoft.com/office/drawing/2014/main" id="{2FCFEDC0-0434-46B3-BDE6-2A548497D148}"/>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272" dirty="0"/>
            </a:p>
          </p:txBody>
        </p:sp>
      </p:grpSp>
    </p:spTree>
    <p:extLst>
      <p:ext uri="{BB962C8B-B14F-4D97-AF65-F5344CB8AC3E}">
        <p14:creationId xmlns:p14="http://schemas.microsoft.com/office/powerpoint/2010/main" val="2928893098"/>
      </p:ext>
    </p:extLst>
  </p:cSld>
  <p:clrMapOvr>
    <a:masterClrMapping/>
  </p:clrMapOvr>
  <p:transition>
    <p:fade/>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2" name="Footer Placeholder 1">
            <a:extLst>
              <a:ext uri="{FF2B5EF4-FFF2-40B4-BE49-F238E27FC236}">
                <a16:creationId xmlns:a16="http://schemas.microsoft.com/office/drawing/2014/main" id="{B852478B-55EF-4189-A468-2CD5FFD82747}"/>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313427344"/>
      </p:ext>
    </p:extLst>
  </p:cSld>
  <p:clrMapOvr>
    <a:masterClrMapping/>
  </p:clrMapOvr>
  <p:transition>
    <p:fade/>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itle and subheadin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4CBFC5-126D-4E5D-BA79-A65662FA3631}"/>
              </a:ext>
            </a:extLst>
          </p:cNvPr>
          <p:cNvSpPr>
            <a:spLocks noGrp="1"/>
          </p:cNvSpPr>
          <p:nvPr>
            <p:ph type="title"/>
          </p:nvPr>
        </p:nvSpPr>
        <p:spPr>
          <a:xfrm>
            <a:off x="313982" y="330371"/>
            <a:ext cx="8505951" cy="482130"/>
          </a:xfrm>
        </p:spPr>
        <p:txBody>
          <a:bodyPr/>
          <a:lstStyle/>
          <a:p>
            <a:r>
              <a:rPr lang="en-US"/>
              <a:t>Click to edit Master title style</a:t>
            </a:r>
          </a:p>
        </p:txBody>
      </p:sp>
      <p:sp>
        <p:nvSpPr>
          <p:cNvPr id="4" name="Text Placeholder 3">
            <a:extLst>
              <a:ext uri="{FF2B5EF4-FFF2-40B4-BE49-F238E27FC236}">
                <a16:creationId xmlns:a16="http://schemas.microsoft.com/office/drawing/2014/main" id="{DB521330-4B4A-4C5F-85CF-D5CBC2772D39}"/>
              </a:ext>
            </a:extLst>
          </p:cNvPr>
          <p:cNvSpPr>
            <a:spLocks noGrp="1"/>
          </p:cNvSpPr>
          <p:nvPr>
            <p:ph type="body" sz="quarter" idx="10" hasCustomPrompt="1"/>
          </p:nvPr>
        </p:nvSpPr>
        <p:spPr>
          <a:xfrm>
            <a:off x="324067" y="812501"/>
            <a:ext cx="8505951" cy="318677"/>
          </a:xfrm>
        </p:spPr>
        <p:txBody>
          <a:bodyPr tIns="45720" rIns="0" bIns="45720"/>
          <a:lstStyle>
            <a:lvl1pPr>
              <a:defRPr sz="1471">
                <a:solidFill>
                  <a:schemeClr val="tx1"/>
                </a:solidFill>
              </a:defRPr>
            </a:lvl1pPr>
          </a:lstStyle>
          <a:p>
            <a:r>
              <a:rPr lang="en-US"/>
              <a:t>Subheading Segoe UI </a:t>
            </a:r>
            <a:r>
              <a:rPr lang="en-US" err="1"/>
              <a:t>Semibold</a:t>
            </a:r>
            <a:r>
              <a:rPr lang="en-US"/>
              <a:t> 20 </a:t>
            </a:r>
            <a:r>
              <a:rPr lang="en-US" err="1"/>
              <a:t>pt</a:t>
            </a:r>
            <a:endParaRPr lang="en-US"/>
          </a:p>
        </p:txBody>
      </p:sp>
      <p:sp>
        <p:nvSpPr>
          <p:cNvPr id="2" name="Footer Placeholder 1">
            <a:extLst>
              <a:ext uri="{FF2B5EF4-FFF2-40B4-BE49-F238E27FC236}">
                <a16:creationId xmlns:a16="http://schemas.microsoft.com/office/drawing/2014/main" id="{64899B17-8D01-4107-A0A6-0451351ABAED}"/>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975735521"/>
      </p:ext>
    </p:extLst>
  </p:cSld>
  <p:clrMapOvr>
    <a:masterClrMapping/>
  </p:clrMapOvr>
  <p:transition>
    <p:fade/>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1_Text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4326" y="1092673"/>
            <a:ext cx="8505608" cy="1538883"/>
          </a:xfrm>
        </p:spPr>
        <p:txBody>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F415B60E-29D3-45EF-9FD0-D9924E0B78BB}"/>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182404965"/>
      </p:ext>
    </p:extLst>
  </p:cSld>
  <p:clrMapOvr>
    <a:masterClrMapping/>
  </p:clrMapOvr>
  <p:transition>
    <p:fade/>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Text Layout with footnot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4326" y="1092673"/>
            <a:ext cx="8505608" cy="1538883"/>
          </a:xfrm>
        </p:spPr>
        <p:txBody>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F5777EA2-9454-422E-AEC3-45CEC596AEB8}"/>
              </a:ext>
            </a:extLst>
          </p:cNvPr>
          <p:cNvSpPr/>
          <p:nvPr userDrawn="1"/>
        </p:nvSpPr>
        <p:spPr bwMode="auto">
          <a:xfrm>
            <a:off x="0" y="4252913"/>
            <a:ext cx="9144000" cy="56021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764357BA-0098-4BE6-A38B-76E4D9E64E6E}"/>
              </a:ext>
            </a:extLst>
          </p:cNvPr>
          <p:cNvSpPr>
            <a:spLocks noGrp="1"/>
          </p:cNvSpPr>
          <p:nvPr>
            <p:ph type="body" sz="quarter" idx="11"/>
          </p:nvPr>
        </p:nvSpPr>
        <p:spPr>
          <a:xfrm>
            <a:off x="313982" y="4327516"/>
            <a:ext cx="8505951" cy="411010"/>
          </a:xfrm>
        </p:spPr>
        <p:txBody>
          <a:bodyPr anchor="ctr"/>
          <a:lstStyle>
            <a:lvl1pPr>
              <a:defRPr sz="1471"/>
            </a:lvl1pPr>
          </a:lstStyle>
          <a:p>
            <a:pPr lvl="0"/>
            <a:r>
              <a:rPr lang="en-US"/>
              <a:t>Click to edit Master text styles</a:t>
            </a:r>
          </a:p>
        </p:txBody>
      </p:sp>
      <p:sp>
        <p:nvSpPr>
          <p:cNvPr id="4" name="Footer Placeholder 1">
            <a:extLst>
              <a:ext uri="{FF2B5EF4-FFF2-40B4-BE49-F238E27FC236}">
                <a16:creationId xmlns:a16="http://schemas.microsoft.com/office/drawing/2014/main" id="{BBE90075-187C-4F60-81BA-E239B43D9044}"/>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928311838"/>
      </p:ext>
    </p:extLst>
  </p:cSld>
  <p:clrMapOvr>
    <a:masterClrMapping/>
  </p:clrMapOvr>
  <p:transition>
    <p:fade/>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31101" y="1092672"/>
            <a:ext cx="4157839" cy="2822103"/>
          </a:xfrm>
          <a:solidFill>
            <a:schemeClr val="bg1">
              <a:lumMod val="95000"/>
            </a:schemeClr>
          </a:solidFill>
        </p:spPr>
        <p:txBody>
          <a:bodyPr lIns="137160">
            <a:noAutofit/>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1884D379-CA81-40D3-9E78-E89E7861D50F}"/>
              </a:ext>
            </a:extLst>
          </p:cNvPr>
          <p:cNvSpPr>
            <a:spLocks noGrp="1"/>
          </p:cNvSpPr>
          <p:nvPr>
            <p:ph sz="quarter" idx="11"/>
          </p:nvPr>
        </p:nvSpPr>
        <p:spPr>
          <a:xfrm>
            <a:off x="4672012" y="1092672"/>
            <a:ext cx="4157663" cy="2822103"/>
          </a:xfrm>
          <a:solidFill>
            <a:schemeClr val="bg1">
              <a:lumMod val="95000"/>
            </a:schemeClr>
          </a:solidFill>
        </p:spPr>
        <p:txBody>
          <a:bodyPr lIns="137160">
            <a:noAutofit/>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1EECB910-8937-4CC4-AEC5-2DD554C2D636}"/>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145944763"/>
      </p:ext>
    </p:extLst>
  </p:cSld>
  <p:clrMapOvr>
    <a:masterClrMapping/>
  </p:clrMapOvr>
  <p:transition>
    <p:fade/>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Bulleted Text Layout_two columns_half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313982" y="330371"/>
            <a:ext cx="8505951" cy="510147"/>
          </a:xfrm>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3982" y="1092673"/>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userDrawn="1"/>
        </p:nvCxnSpPr>
        <p:spPr>
          <a:xfrm>
            <a:off x="4566958" y="1208438"/>
            <a:ext cx="0" cy="1690935"/>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4773713" y="1092673"/>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7516BD94-AE1C-455F-8D7D-7082BB27F029}"/>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699932787"/>
      </p:ext>
    </p:extLst>
  </p:cSld>
  <p:clrMapOvr>
    <a:masterClrMapping/>
  </p:clrMapOvr>
  <p:transition>
    <p:fade/>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1_Bulleted Text Layout_two columns_full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313982" y="330371"/>
            <a:ext cx="8505951" cy="510147"/>
          </a:xfrm>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3982" y="1092674"/>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userDrawn="1"/>
        </p:nvCxnSpPr>
        <p:spPr>
          <a:xfrm>
            <a:off x="4566957" y="1208438"/>
            <a:ext cx="0" cy="342241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4773713" y="1092674"/>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87A06669-B2CF-43F2-99B5-001A005A3AA1}"/>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849729155"/>
      </p:ext>
    </p:extLst>
  </p:cSld>
  <p:clrMapOvr>
    <a:masterClrMapping/>
  </p:clrMapOvr>
  <p:transition>
    <p:fade/>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1_Bulleted 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31101" y="1092672"/>
            <a:ext cx="4157839" cy="1314206"/>
          </a:xfrm>
          <a:solidFill>
            <a:schemeClr val="bg1">
              <a:lumMod val="95000"/>
            </a:schemeClr>
          </a:solidFill>
        </p:spPr>
        <p:txBody>
          <a:bodyPr lIns="137160" rIns="137160"/>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4672013" y="1092672"/>
            <a:ext cx="4148683" cy="1314206"/>
          </a:xfrm>
          <a:solidFill>
            <a:schemeClr val="bg1">
              <a:lumMod val="95000"/>
            </a:schemeClr>
          </a:solidFill>
        </p:spPr>
        <p:txBody>
          <a:bodyPr lIns="137160" rIns="137160"/>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Footer Placeholder 1">
            <a:extLst>
              <a:ext uri="{FF2B5EF4-FFF2-40B4-BE49-F238E27FC236}">
                <a16:creationId xmlns:a16="http://schemas.microsoft.com/office/drawing/2014/main" id="{FD7644AB-9D01-4585-9388-8EB76A4E16D3}"/>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4044464211"/>
      </p:ext>
    </p:extLst>
  </p:cSld>
  <p:clrMapOvr>
    <a:masterClrMapping/>
  </p:clrMapOvr>
  <p:transition>
    <p:fade/>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Agenda 3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3 rows</a:t>
            </a:r>
          </a:p>
        </p:txBody>
      </p:sp>
      <p:sp>
        <p:nvSpPr>
          <p:cNvPr id="5" name="Text Placeholder 4"/>
          <p:cNvSpPr>
            <a:spLocks noGrp="1"/>
          </p:cNvSpPr>
          <p:nvPr>
            <p:ph type="body" sz="quarter" idx="11" hasCustomPrompt="1"/>
          </p:nvPr>
        </p:nvSpPr>
        <p:spPr>
          <a:xfrm>
            <a:off x="3058716" y="1019176"/>
            <a:ext cx="5771303" cy="918325"/>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3058716" y="2112589"/>
            <a:ext cx="5771303" cy="918325"/>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5" name="Text Placeholder 4">
            <a:extLst>
              <a:ext uri="{FF2B5EF4-FFF2-40B4-BE49-F238E27FC236}">
                <a16:creationId xmlns:a16="http://schemas.microsoft.com/office/drawing/2014/main" id="{17004B21-C7C1-4F96-8432-F7255C26DB8E}"/>
              </a:ext>
            </a:extLst>
          </p:cNvPr>
          <p:cNvSpPr>
            <a:spLocks noGrp="1"/>
          </p:cNvSpPr>
          <p:nvPr>
            <p:ph type="body" sz="quarter" idx="20" hasCustomPrompt="1"/>
          </p:nvPr>
        </p:nvSpPr>
        <p:spPr>
          <a:xfrm>
            <a:off x="3058716" y="3206001"/>
            <a:ext cx="5771303" cy="918325"/>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D3BC550B-9B11-4380-8D6F-F4741FB779EC}"/>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4128754020"/>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Agenda 4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4 rows</a:t>
            </a:r>
          </a:p>
        </p:txBody>
      </p:sp>
      <p:sp>
        <p:nvSpPr>
          <p:cNvPr id="5" name="Text Placeholder 4"/>
          <p:cNvSpPr>
            <a:spLocks noGrp="1"/>
          </p:cNvSpPr>
          <p:nvPr>
            <p:ph type="body" sz="quarter" idx="11" hasCustomPrompt="1"/>
          </p:nvPr>
        </p:nvSpPr>
        <p:spPr>
          <a:xfrm>
            <a:off x="3058716" y="739278"/>
            <a:ext cx="5771303"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3058716" y="1754559"/>
            <a:ext cx="5771303"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3058716" y="2769838"/>
            <a:ext cx="5771303"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3058716" y="3785118"/>
            <a:ext cx="5771303"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1FA6548C-890C-4150-B5BD-A8AF55A82E70}"/>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277416364"/>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Agenda 6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6 rows</a:t>
            </a:r>
          </a:p>
        </p:txBody>
      </p:sp>
      <p:sp>
        <p:nvSpPr>
          <p:cNvPr id="5" name="Text Placeholder 4"/>
          <p:cNvSpPr>
            <a:spLocks noGrp="1"/>
          </p:cNvSpPr>
          <p:nvPr>
            <p:ph type="body" sz="quarter" idx="11" hasCustomPrompt="1"/>
          </p:nvPr>
        </p:nvSpPr>
        <p:spPr>
          <a:xfrm>
            <a:off x="3058716" y="518344"/>
            <a:ext cx="5771303" cy="616984"/>
          </a:xfrm>
        </p:spPr>
        <p:txBody>
          <a:bodyPr vert="horz" wrap="square" lIns="0" tIns="0" rIns="0" bIns="0" rtlCol="0" anchor="ctr">
            <a:noAutofit/>
          </a:bodyPr>
          <a:lstStyle>
            <a:lvl2pPr>
              <a:defRPr lang="en-US" sz="1324" b="0" dirty="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3058716" y="1214950"/>
            <a:ext cx="5771303" cy="616984"/>
          </a:xfrm>
        </p:spPr>
        <p:txBody>
          <a:bodyPr vert="horz" wrap="square" lIns="0" tIns="0" rIns="0" bIns="0" rtlCol="0" anchor="ctr">
            <a:noAutofit/>
          </a:bodyPr>
          <a:lstStyle>
            <a:lvl2pPr>
              <a:defRPr lang="en-US" sz="1324"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3058716" y="1911556"/>
            <a:ext cx="5771303" cy="616984"/>
          </a:xfrm>
        </p:spPr>
        <p:txBody>
          <a:bodyPr vert="horz" wrap="square" lIns="0" tIns="0" rIns="0" bIns="0" rtlCol="0" anchor="ctr">
            <a:noAutofit/>
          </a:bodyPr>
          <a:lstStyle>
            <a:lvl2pPr>
              <a:defRPr lang="en-US" sz="1324"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8" name="Text Placeholder 4"/>
          <p:cNvSpPr>
            <a:spLocks noGrp="1"/>
          </p:cNvSpPr>
          <p:nvPr>
            <p:ph type="body" sz="quarter" idx="19" hasCustomPrompt="1"/>
          </p:nvPr>
        </p:nvSpPr>
        <p:spPr>
          <a:xfrm>
            <a:off x="3058716" y="2608162"/>
            <a:ext cx="5771303" cy="616984"/>
          </a:xfrm>
        </p:spPr>
        <p:txBody>
          <a:bodyPr vert="horz" wrap="square" lIns="0" tIns="0" rIns="0" bIns="0" rtlCol="0" anchor="ctr">
            <a:noAutofit/>
          </a:bodyPr>
          <a:lstStyle>
            <a:lvl2pPr>
              <a:defRPr lang="en-US" sz="1324"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3058716" y="3304768"/>
            <a:ext cx="5771303" cy="61698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3058716" y="4001376"/>
            <a:ext cx="5771303" cy="61698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3CE3F527-08C7-43D0-8032-F2A71F76D6A3}"/>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226266613"/>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Agenda 8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8 rows</a:t>
            </a:r>
          </a:p>
        </p:txBody>
      </p:sp>
      <p:sp>
        <p:nvSpPr>
          <p:cNvPr id="5" name="Text Placeholder 4"/>
          <p:cNvSpPr>
            <a:spLocks noGrp="1"/>
          </p:cNvSpPr>
          <p:nvPr>
            <p:ph type="body" sz="quarter" idx="11" hasCustomPrompt="1"/>
          </p:nvPr>
        </p:nvSpPr>
        <p:spPr>
          <a:xfrm>
            <a:off x="3058717" y="349761"/>
            <a:ext cx="5771302" cy="506917"/>
          </a:xfrm>
        </p:spPr>
        <p:txBody>
          <a:bodyPr vert="horz" wrap="square" lIns="0" tIns="0" rIns="0" bIns="0" rtlCol="0" anchor="ctr">
            <a:noAutofit/>
          </a:bodyPr>
          <a:lstStyle>
            <a:lvl2pPr>
              <a:defRPr lang="en-US" sz="1177"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4" name="Text Placeholder 4"/>
          <p:cNvSpPr>
            <a:spLocks noGrp="1"/>
          </p:cNvSpPr>
          <p:nvPr>
            <p:ph type="body" sz="quarter" idx="15" hasCustomPrompt="1"/>
          </p:nvPr>
        </p:nvSpPr>
        <p:spPr>
          <a:xfrm>
            <a:off x="3058717" y="912198"/>
            <a:ext cx="5771302" cy="506917"/>
          </a:xfrm>
        </p:spPr>
        <p:txBody>
          <a:bodyPr vert="horz" wrap="square" lIns="0" tIns="0" rIns="0" bIns="0" rtlCol="0" anchor="ctr">
            <a:noAutofit/>
          </a:bodyPr>
          <a:lstStyle>
            <a:lvl2pPr>
              <a:defRPr lang="en-US" sz="1177" b="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6" name="Text Placeholder 4"/>
          <p:cNvSpPr>
            <a:spLocks noGrp="1"/>
          </p:cNvSpPr>
          <p:nvPr>
            <p:ph type="body" sz="quarter" idx="17" hasCustomPrompt="1"/>
          </p:nvPr>
        </p:nvSpPr>
        <p:spPr>
          <a:xfrm>
            <a:off x="3058717" y="1474635"/>
            <a:ext cx="5771302" cy="506917"/>
          </a:xfrm>
        </p:spPr>
        <p:txBody>
          <a:bodyPr vert="horz" wrap="square" lIns="0" tIns="0" rIns="0" bIns="0" rtlCol="0" anchor="ctr">
            <a:noAutofit/>
          </a:bodyPr>
          <a:lstStyle>
            <a:lvl2pPr>
              <a:defRPr lang="en-US" sz="1177" b="0" dirty="0" smtClean="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8" name="Text Placeholder 4"/>
          <p:cNvSpPr>
            <a:spLocks noGrp="1"/>
          </p:cNvSpPr>
          <p:nvPr>
            <p:ph type="body" sz="quarter" idx="19" hasCustomPrompt="1"/>
          </p:nvPr>
        </p:nvSpPr>
        <p:spPr>
          <a:xfrm>
            <a:off x="3058717" y="2037072"/>
            <a:ext cx="5771302" cy="506917"/>
          </a:xfrm>
        </p:spPr>
        <p:txBody>
          <a:bodyPr vert="horz" wrap="square" lIns="0" tIns="0" rIns="0" bIns="0" rtlCol="0" anchor="ctr">
            <a:noAutofit/>
          </a:bodyPr>
          <a:lstStyle>
            <a:lvl2pPr>
              <a:defRPr lang="en-US" sz="1177"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20" name="Text Placeholder 4"/>
          <p:cNvSpPr>
            <a:spLocks noGrp="1"/>
          </p:cNvSpPr>
          <p:nvPr>
            <p:ph type="body" sz="quarter" idx="21" hasCustomPrompt="1"/>
          </p:nvPr>
        </p:nvSpPr>
        <p:spPr>
          <a:xfrm>
            <a:off x="3058717" y="2599509"/>
            <a:ext cx="5771302" cy="506917"/>
          </a:xfrm>
        </p:spPr>
        <p:txBody>
          <a:bodyPr vert="horz" wrap="square" lIns="0" tIns="0" rIns="0" bIns="0" rtlCol="0" anchor="ctr">
            <a:noAutofit/>
          </a:bodyPr>
          <a:lstStyle>
            <a:lvl2pPr>
              <a:defRPr lang="en-US" sz="1177"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3058717" y="3161946"/>
            <a:ext cx="5771302"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3058717" y="3724383"/>
            <a:ext cx="5771302"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1" name="Text Placeholder 4">
            <a:extLst>
              <a:ext uri="{FF2B5EF4-FFF2-40B4-BE49-F238E27FC236}">
                <a16:creationId xmlns:a16="http://schemas.microsoft.com/office/drawing/2014/main" id="{BBE4C696-54C0-4167-89B1-D1FE9690F330}"/>
              </a:ext>
            </a:extLst>
          </p:cNvPr>
          <p:cNvSpPr>
            <a:spLocks noGrp="1"/>
          </p:cNvSpPr>
          <p:nvPr>
            <p:ph type="body" sz="quarter" idx="24" hasCustomPrompt="1"/>
          </p:nvPr>
        </p:nvSpPr>
        <p:spPr>
          <a:xfrm>
            <a:off x="3058717" y="4286823"/>
            <a:ext cx="5771302"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4" name="Footer Placeholder 1">
            <a:extLst>
              <a:ext uri="{FF2B5EF4-FFF2-40B4-BE49-F238E27FC236}">
                <a16:creationId xmlns:a16="http://schemas.microsoft.com/office/drawing/2014/main" id="{FCBBA077-FCDA-4F62-B502-F11F61DDA34D}"/>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043591918"/>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4">
          <p15:clr>
            <a:srgbClr val="FBAE4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Agenda 2 column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1" y="0"/>
            <a:ext cx="1783556"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rIns="0" anchor="ctr"/>
          <a:lstStyle>
            <a:lvl1pPr>
              <a:defRPr>
                <a:solidFill>
                  <a:schemeClr val="bg1"/>
                </a:solidFill>
              </a:defRPr>
            </a:lvl1pPr>
          </a:lstStyle>
          <a:p>
            <a:r>
              <a:rPr lang="en-US"/>
              <a:t>Agenda</a:t>
            </a:r>
            <a:br>
              <a:rPr lang="en-US"/>
            </a:br>
            <a:r>
              <a:rPr lang="en-US"/>
              <a:t>8 rows</a:t>
            </a:r>
          </a:p>
        </p:txBody>
      </p:sp>
      <p:sp>
        <p:nvSpPr>
          <p:cNvPr id="5" name="Text Placeholder 4"/>
          <p:cNvSpPr>
            <a:spLocks noGrp="1"/>
          </p:cNvSpPr>
          <p:nvPr>
            <p:ph type="body" sz="quarter" idx="11" hasCustomPrompt="1"/>
          </p:nvPr>
        </p:nvSpPr>
        <p:spPr>
          <a:xfrm>
            <a:off x="2714625" y="349761"/>
            <a:ext cx="2497931"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14" name="Text Placeholder 4"/>
          <p:cNvSpPr>
            <a:spLocks noGrp="1"/>
          </p:cNvSpPr>
          <p:nvPr>
            <p:ph type="body" sz="quarter" idx="15" hasCustomPrompt="1"/>
          </p:nvPr>
        </p:nvSpPr>
        <p:spPr>
          <a:xfrm>
            <a:off x="2714625" y="981459"/>
            <a:ext cx="2497931" cy="506917"/>
          </a:xfrm>
        </p:spPr>
        <p:txBody>
          <a:bodyPr vert="horz" wrap="square" lIns="0" tIns="0" rIns="0" bIns="0" rtlCol="0" anchor="ctr">
            <a:noAutofit/>
          </a:bodyPr>
          <a:lstStyle>
            <a:lvl2pPr>
              <a:defRPr lang="en-US" sz="1030" b="0"/>
            </a:lvl2pPr>
          </a:lstStyle>
          <a:p>
            <a:pPr lvl="1">
              <a:buFont typeface="Arial" panose="020B0604020202020204" pitchFamily="34" charset="0"/>
            </a:pPr>
            <a:r>
              <a:rPr lang="en-US"/>
              <a:t>Body copy Segoe UI Regular 14/18. The quick brown fox jumps over the lazy dog. </a:t>
            </a:r>
          </a:p>
        </p:txBody>
      </p:sp>
      <p:sp>
        <p:nvSpPr>
          <p:cNvPr id="16" name="Text Placeholder 4"/>
          <p:cNvSpPr>
            <a:spLocks noGrp="1"/>
          </p:cNvSpPr>
          <p:nvPr>
            <p:ph type="body" sz="quarter" idx="17" hasCustomPrompt="1"/>
          </p:nvPr>
        </p:nvSpPr>
        <p:spPr>
          <a:xfrm>
            <a:off x="2714625" y="1613157"/>
            <a:ext cx="2497931" cy="506917"/>
          </a:xfrm>
        </p:spPr>
        <p:txBody>
          <a:bodyPr vert="horz" wrap="square" lIns="0" tIns="0" rIns="0" bIns="0" rtlCol="0" anchor="ctr">
            <a:noAutofit/>
          </a:bodyPr>
          <a:lstStyle>
            <a:lvl2pPr>
              <a:defRPr lang="en-US" sz="1030" b="0" dirty="0" smtClean="0"/>
            </a:lvl2pPr>
          </a:lstStyle>
          <a:p>
            <a:pPr lvl="1">
              <a:buFont typeface="Arial" panose="020B0604020202020204" pitchFamily="34" charset="0"/>
            </a:pPr>
            <a:r>
              <a:rPr lang="en-US"/>
              <a:t>Body copy Segoe UI Regular 14/18. The quick brown fox jumps over the lazy dog. </a:t>
            </a:r>
          </a:p>
        </p:txBody>
      </p:sp>
      <p:sp>
        <p:nvSpPr>
          <p:cNvPr id="18" name="Text Placeholder 4"/>
          <p:cNvSpPr>
            <a:spLocks noGrp="1"/>
          </p:cNvSpPr>
          <p:nvPr>
            <p:ph type="body" sz="quarter" idx="19" hasCustomPrompt="1"/>
          </p:nvPr>
        </p:nvSpPr>
        <p:spPr>
          <a:xfrm>
            <a:off x="2714625" y="2244855"/>
            <a:ext cx="2497931"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20" name="Text Placeholder 4"/>
          <p:cNvSpPr>
            <a:spLocks noGrp="1"/>
          </p:cNvSpPr>
          <p:nvPr>
            <p:ph type="body" sz="quarter" idx="21" hasCustomPrompt="1"/>
          </p:nvPr>
        </p:nvSpPr>
        <p:spPr>
          <a:xfrm>
            <a:off x="2714625" y="2876554"/>
            <a:ext cx="2497931"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2714625" y="3508251"/>
            <a:ext cx="2497931"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2714625" y="4139948"/>
            <a:ext cx="2497931"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12" name="Text Placeholder 4">
            <a:extLst>
              <a:ext uri="{FF2B5EF4-FFF2-40B4-BE49-F238E27FC236}">
                <a16:creationId xmlns:a16="http://schemas.microsoft.com/office/drawing/2014/main" id="{B26AB1BC-D652-40F2-83A2-06F6897248D2}"/>
              </a:ext>
            </a:extLst>
          </p:cNvPr>
          <p:cNvSpPr>
            <a:spLocks noGrp="1"/>
          </p:cNvSpPr>
          <p:nvPr>
            <p:ph type="body" sz="quarter" idx="24" hasCustomPrompt="1"/>
          </p:nvPr>
        </p:nvSpPr>
        <p:spPr>
          <a:xfrm>
            <a:off x="6248401" y="349761"/>
            <a:ext cx="2581618"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13" name="Text Placeholder 4">
            <a:extLst>
              <a:ext uri="{FF2B5EF4-FFF2-40B4-BE49-F238E27FC236}">
                <a16:creationId xmlns:a16="http://schemas.microsoft.com/office/drawing/2014/main" id="{B7BCA0EE-6780-4007-A1E7-E2C766ADB6AC}"/>
              </a:ext>
            </a:extLst>
          </p:cNvPr>
          <p:cNvSpPr>
            <a:spLocks noGrp="1"/>
          </p:cNvSpPr>
          <p:nvPr>
            <p:ph type="body" sz="quarter" idx="25" hasCustomPrompt="1"/>
          </p:nvPr>
        </p:nvSpPr>
        <p:spPr>
          <a:xfrm>
            <a:off x="6248401" y="981459"/>
            <a:ext cx="2581618" cy="506917"/>
          </a:xfrm>
        </p:spPr>
        <p:txBody>
          <a:bodyPr vert="horz" wrap="square" lIns="0" tIns="0" rIns="0" bIns="0" rtlCol="0" anchor="ctr">
            <a:noAutofit/>
          </a:bodyPr>
          <a:lstStyle>
            <a:lvl2pPr>
              <a:defRPr lang="en-US" sz="1030" b="0"/>
            </a:lvl2pPr>
          </a:lstStyle>
          <a:p>
            <a:pPr lvl="1">
              <a:buFont typeface="Arial" panose="020B0604020202020204" pitchFamily="34" charset="0"/>
            </a:pPr>
            <a:r>
              <a:rPr lang="en-US"/>
              <a:t>Body copy Segoe UI Regular 14/18. The quick brown fox jumps over the lazy dog. </a:t>
            </a:r>
          </a:p>
        </p:txBody>
      </p:sp>
      <p:sp>
        <p:nvSpPr>
          <p:cNvPr id="15" name="Text Placeholder 4">
            <a:extLst>
              <a:ext uri="{FF2B5EF4-FFF2-40B4-BE49-F238E27FC236}">
                <a16:creationId xmlns:a16="http://schemas.microsoft.com/office/drawing/2014/main" id="{42F7FEE8-0C97-4A8D-B62A-F9127046CA49}"/>
              </a:ext>
            </a:extLst>
          </p:cNvPr>
          <p:cNvSpPr>
            <a:spLocks noGrp="1"/>
          </p:cNvSpPr>
          <p:nvPr>
            <p:ph type="body" sz="quarter" idx="26" hasCustomPrompt="1"/>
          </p:nvPr>
        </p:nvSpPr>
        <p:spPr>
          <a:xfrm>
            <a:off x="6248401" y="1613157"/>
            <a:ext cx="2581618" cy="506917"/>
          </a:xfrm>
        </p:spPr>
        <p:txBody>
          <a:bodyPr vert="horz" wrap="square" lIns="0" tIns="0" rIns="0" bIns="0" rtlCol="0" anchor="ctr">
            <a:noAutofit/>
          </a:bodyPr>
          <a:lstStyle>
            <a:lvl2pPr>
              <a:defRPr lang="en-US" sz="1030" b="0" dirty="0" smtClean="0"/>
            </a:lvl2pPr>
          </a:lstStyle>
          <a:p>
            <a:pPr lvl="1">
              <a:buFont typeface="Arial" panose="020B0604020202020204" pitchFamily="34" charset="0"/>
            </a:pPr>
            <a:r>
              <a:rPr lang="en-US"/>
              <a:t>Body copy Segoe UI Regular 14/18. The quick brown fox jumps over the lazy dog. </a:t>
            </a:r>
          </a:p>
        </p:txBody>
      </p:sp>
      <p:sp>
        <p:nvSpPr>
          <p:cNvPr id="17" name="Text Placeholder 4">
            <a:extLst>
              <a:ext uri="{FF2B5EF4-FFF2-40B4-BE49-F238E27FC236}">
                <a16:creationId xmlns:a16="http://schemas.microsoft.com/office/drawing/2014/main" id="{A2CDDCC0-5CE0-47BF-9A58-947FAAFE0464}"/>
              </a:ext>
            </a:extLst>
          </p:cNvPr>
          <p:cNvSpPr>
            <a:spLocks noGrp="1"/>
          </p:cNvSpPr>
          <p:nvPr>
            <p:ph type="body" sz="quarter" idx="27" hasCustomPrompt="1"/>
          </p:nvPr>
        </p:nvSpPr>
        <p:spPr>
          <a:xfrm>
            <a:off x="6248401" y="2244855"/>
            <a:ext cx="2581618"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19" name="Text Placeholder 4">
            <a:extLst>
              <a:ext uri="{FF2B5EF4-FFF2-40B4-BE49-F238E27FC236}">
                <a16:creationId xmlns:a16="http://schemas.microsoft.com/office/drawing/2014/main" id="{CE365600-EF9A-4204-AC1D-49DA60EE0BC9}"/>
              </a:ext>
            </a:extLst>
          </p:cNvPr>
          <p:cNvSpPr>
            <a:spLocks noGrp="1"/>
          </p:cNvSpPr>
          <p:nvPr>
            <p:ph type="body" sz="quarter" idx="28" hasCustomPrompt="1"/>
          </p:nvPr>
        </p:nvSpPr>
        <p:spPr>
          <a:xfrm>
            <a:off x="6248401" y="2876554"/>
            <a:ext cx="2581618"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21" name="Text Placeholder 4">
            <a:extLst>
              <a:ext uri="{FF2B5EF4-FFF2-40B4-BE49-F238E27FC236}">
                <a16:creationId xmlns:a16="http://schemas.microsoft.com/office/drawing/2014/main" id="{7C988AC2-C93F-4C50-A6B6-35E8D243E2D3}"/>
              </a:ext>
            </a:extLst>
          </p:cNvPr>
          <p:cNvSpPr>
            <a:spLocks noGrp="1"/>
          </p:cNvSpPr>
          <p:nvPr>
            <p:ph type="body" sz="quarter" idx="29" hasCustomPrompt="1"/>
          </p:nvPr>
        </p:nvSpPr>
        <p:spPr>
          <a:xfrm>
            <a:off x="6248401" y="3508251"/>
            <a:ext cx="2581618"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22" name="Text Placeholder 4">
            <a:extLst>
              <a:ext uri="{FF2B5EF4-FFF2-40B4-BE49-F238E27FC236}">
                <a16:creationId xmlns:a16="http://schemas.microsoft.com/office/drawing/2014/main" id="{1BAD9B5E-AACF-4B5D-9D05-A8B6E03E279B}"/>
              </a:ext>
            </a:extLst>
          </p:cNvPr>
          <p:cNvSpPr>
            <a:spLocks noGrp="1"/>
          </p:cNvSpPr>
          <p:nvPr>
            <p:ph type="body" sz="quarter" idx="30" hasCustomPrompt="1"/>
          </p:nvPr>
        </p:nvSpPr>
        <p:spPr>
          <a:xfrm>
            <a:off x="6248401" y="4139948"/>
            <a:ext cx="2581618"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Tree>
    <p:extLst>
      <p:ext uri="{BB962C8B-B14F-4D97-AF65-F5344CB8AC3E}">
        <p14:creationId xmlns:p14="http://schemas.microsoft.com/office/powerpoint/2010/main" val="1895737389"/>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280">
          <p15:clr>
            <a:srgbClr val="FBAE4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Text option 3">
    <p:spTree>
      <p:nvGrpSpPr>
        <p:cNvPr id="1" name=""/>
        <p:cNvGrpSpPr/>
        <p:nvPr/>
      </p:nvGrpSpPr>
      <p:grpSpPr>
        <a:xfrm>
          <a:off x="0" y="0"/>
          <a:ext cx="0" cy="0"/>
          <a:chOff x="0" y="0"/>
          <a:chExt cx="0" cy="0"/>
        </a:xfrm>
      </p:grpSpPr>
      <p:sp>
        <p:nvSpPr>
          <p:cNvPr id="29" name="Title 28">
            <a:extLst>
              <a:ext uri="{FF2B5EF4-FFF2-40B4-BE49-F238E27FC236}">
                <a16:creationId xmlns:a16="http://schemas.microsoft.com/office/drawing/2014/main" id="{DB14B4B7-6595-4F80-A720-AEE6406FDDDB}"/>
              </a:ext>
            </a:extLst>
          </p:cNvPr>
          <p:cNvSpPr>
            <a:spLocks noGrp="1"/>
          </p:cNvSpPr>
          <p:nvPr>
            <p:ph type="title" hasCustomPrompt="1"/>
          </p:nvPr>
        </p:nvSpPr>
        <p:spPr/>
        <p:txBody>
          <a:bodyPr/>
          <a:lstStyle/>
          <a:p>
            <a:r>
              <a:rPr lang="en-US"/>
              <a:t>Text layout three columns images and text</a:t>
            </a:r>
          </a:p>
        </p:txBody>
      </p:sp>
      <p:sp>
        <p:nvSpPr>
          <p:cNvPr id="16" name="Rectangle 15">
            <a:extLst>
              <a:ext uri="{FF2B5EF4-FFF2-40B4-BE49-F238E27FC236}">
                <a16:creationId xmlns:a16="http://schemas.microsoft.com/office/drawing/2014/main" id="{A6AC17A7-7CAA-4CA5-89CD-184D76C19F56}"/>
              </a:ext>
              <a:ext uri="{C183D7F6-B498-43B3-948B-1728B52AA6E4}">
                <adec:decorative xmlns:adec="http://schemas.microsoft.com/office/drawing/2017/decorative" val="1"/>
              </a:ext>
            </a:extLst>
          </p:cNvPr>
          <p:cNvSpPr/>
          <p:nvPr userDrawn="1"/>
        </p:nvSpPr>
        <p:spPr bwMode="auto">
          <a:xfrm>
            <a:off x="351100" y="1092672"/>
            <a:ext cx="2702582" cy="2325432"/>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E501F238-570E-E648-9E57-DAA86A7A8ED3}"/>
              </a:ext>
            </a:extLst>
          </p:cNvPr>
          <p:cNvSpPr>
            <a:spLocks noGrp="1"/>
          </p:cNvSpPr>
          <p:nvPr>
            <p:ph type="pic" sz="quarter" idx="21" hasCustomPrompt="1"/>
          </p:nvPr>
        </p:nvSpPr>
        <p:spPr>
          <a:xfrm>
            <a:off x="444570" y="1173098"/>
            <a:ext cx="2515643" cy="2164582"/>
          </a:xfrm>
          <a:prstGeom prst="rect">
            <a:avLst/>
          </a:prstGeom>
          <a:blipFill>
            <a:blip r:embed="rId2"/>
            <a:stretch>
              <a:fillRect/>
            </a:stretch>
          </a:blipFill>
          <a:ln w="19050">
            <a:noFill/>
          </a:ln>
        </p:spPr>
        <p:txBody>
          <a:bodyPr lIns="914400" rIns="91440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793"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5" name="Text Placeholder 4"/>
          <p:cNvSpPr>
            <a:spLocks noGrp="1"/>
          </p:cNvSpPr>
          <p:nvPr>
            <p:ph type="body" sz="quarter" idx="11" hasCustomPrompt="1"/>
          </p:nvPr>
        </p:nvSpPr>
        <p:spPr>
          <a:xfrm>
            <a:off x="313984" y="3531162"/>
            <a:ext cx="2739698" cy="273473"/>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19" name="Text Placeholder 4">
            <a:extLst>
              <a:ext uri="{FF2B5EF4-FFF2-40B4-BE49-F238E27FC236}">
                <a16:creationId xmlns:a16="http://schemas.microsoft.com/office/drawing/2014/main" id="{F22038DD-9076-B34B-B54A-107DF3F024EE}"/>
              </a:ext>
            </a:extLst>
          </p:cNvPr>
          <p:cNvSpPr>
            <a:spLocks noGrp="1"/>
          </p:cNvSpPr>
          <p:nvPr>
            <p:ph type="body" sz="quarter" idx="17" hasCustomPrompt="1"/>
          </p:nvPr>
        </p:nvSpPr>
        <p:spPr>
          <a:xfrm>
            <a:off x="313984" y="3761122"/>
            <a:ext cx="2739698" cy="726353"/>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rgbClr val="000000"/>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7A2E6301-6404-4EF3-A39A-8E79FFA3C974}"/>
              </a:ext>
              <a:ext uri="{C183D7F6-B498-43B3-948B-1728B52AA6E4}">
                <adec:decorative xmlns:adec="http://schemas.microsoft.com/office/drawing/2017/decorative" val="1"/>
              </a:ext>
            </a:extLst>
          </p:cNvPr>
          <p:cNvSpPr/>
          <p:nvPr userDrawn="1"/>
        </p:nvSpPr>
        <p:spPr bwMode="auto">
          <a:xfrm>
            <a:off x="3231682" y="1092672"/>
            <a:ext cx="2702582" cy="2325432"/>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31" name="Picture Placeholder 7">
            <a:extLst>
              <a:ext uri="{FF2B5EF4-FFF2-40B4-BE49-F238E27FC236}">
                <a16:creationId xmlns:a16="http://schemas.microsoft.com/office/drawing/2014/main" id="{1BE65963-6DE8-471D-88DB-2FC78087003C}"/>
              </a:ext>
            </a:extLst>
          </p:cNvPr>
          <p:cNvSpPr>
            <a:spLocks noGrp="1"/>
          </p:cNvSpPr>
          <p:nvPr>
            <p:ph type="pic" sz="quarter" idx="26" hasCustomPrompt="1"/>
          </p:nvPr>
        </p:nvSpPr>
        <p:spPr>
          <a:xfrm>
            <a:off x="3325152" y="1173098"/>
            <a:ext cx="2515643" cy="2164582"/>
          </a:xfrm>
          <a:prstGeom prst="rect">
            <a:avLst/>
          </a:prstGeom>
          <a:blipFill>
            <a:blip r:embed="rId2"/>
            <a:stretch>
              <a:fillRect/>
            </a:stretch>
          </a:blipFill>
          <a:ln w="19050">
            <a:noFill/>
          </a:ln>
        </p:spPr>
        <p:txBody>
          <a:bodyPr lIns="914400" rIns="91440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793"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32" name="Text Placeholder 4">
            <a:extLst>
              <a:ext uri="{FF2B5EF4-FFF2-40B4-BE49-F238E27FC236}">
                <a16:creationId xmlns:a16="http://schemas.microsoft.com/office/drawing/2014/main" id="{197742EC-5845-4BB1-84A3-00C1CF89012A}"/>
              </a:ext>
            </a:extLst>
          </p:cNvPr>
          <p:cNvSpPr>
            <a:spLocks noGrp="1"/>
          </p:cNvSpPr>
          <p:nvPr>
            <p:ph type="body" sz="quarter" idx="20" hasCustomPrompt="1"/>
          </p:nvPr>
        </p:nvSpPr>
        <p:spPr>
          <a:xfrm>
            <a:off x="3220478" y="3531162"/>
            <a:ext cx="2713786" cy="454612"/>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1" name="Text Placeholder 4">
            <a:extLst>
              <a:ext uri="{FF2B5EF4-FFF2-40B4-BE49-F238E27FC236}">
                <a16:creationId xmlns:a16="http://schemas.microsoft.com/office/drawing/2014/main" id="{B0C89B53-FA50-F248-AD0B-933DE098D70A}"/>
              </a:ext>
            </a:extLst>
          </p:cNvPr>
          <p:cNvSpPr>
            <a:spLocks noGrp="1"/>
          </p:cNvSpPr>
          <p:nvPr>
            <p:ph type="body" sz="quarter" idx="24" hasCustomPrompt="1"/>
          </p:nvPr>
        </p:nvSpPr>
        <p:spPr>
          <a:xfrm>
            <a:off x="3220478" y="3761122"/>
            <a:ext cx="2713786" cy="726353"/>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rgbClr val="000000"/>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 The quick brown fox jumps over the lazy dog. The quick brown fox jumps over the lazy dog. The quick brown fox jumps over the lazy dog.</a:t>
            </a:r>
          </a:p>
        </p:txBody>
      </p:sp>
      <p:sp>
        <p:nvSpPr>
          <p:cNvPr id="17" name="Rectangle 16">
            <a:extLst>
              <a:ext uri="{FF2B5EF4-FFF2-40B4-BE49-F238E27FC236}">
                <a16:creationId xmlns:a16="http://schemas.microsoft.com/office/drawing/2014/main" id="{5EC0DAC3-9E26-491C-A10D-7D086E91DB76}"/>
              </a:ext>
              <a:ext uri="{C183D7F6-B498-43B3-948B-1728B52AA6E4}">
                <adec:decorative xmlns:adec="http://schemas.microsoft.com/office/drawing/2017/decorative" val="1"/>
              </a:ext>
            </a:extLst>
          </p:cNvPr>
          <p:cNvSpPr/>
          <p:nvPr userDrawn="1"/>
        </p:nvSpPr>
        <p:spPr bwMode="auto">
          <a:xfrm>
            <a:off x="6119266" y="1092672"/>
            <a:ext cx="2702582" cy="2325432"/>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33" name="Picture Placeholder 7">
            <a:extLst>
              <a:ext uri="{FF2B5EF4-FFF2-40B4-BE49-F238E27FC236}">
                <a16:creationId xmlns:a16="http://schemas.microsoft.com/office/drawing/2014/main" id="{907DE53F-AA57-4741-9DAA-A44C19F78D30}"/>
              </a:ext>
            </a:extLst>
          </p:cNvPr>
          <p:cNvSpPr>
            <a:spLocks noGrp="1"/>
          </p:cNvSpPr>
          <p:nvPr>
            <p:ph type="pic" sz="quarter" idx="27" hasCustomPrompt="1"/>
          </p:nvPr>
        </p:nvSpPr>
        <p:spPr>
          <a:xfrm>
            <a:off x="6212737" y="1173098"/>
            <a:ext cx="2515643" cy="2164582"/>
          </a:xfrm>
          <a:prstGeom prst="rect">
            <a:avLst/>
          </a:prstGeom>
          <a:blipFill>
            <a:blip r:embed="rId2"/>
            <a:stretch>
              <a:fillRect/>
            </a:stretch>
          </a:blipFill>
          <a:ln w="19050">
            <a:noFill/>
          </a:ln>
        </p:spPr>
        <p:txBody>
          <a:bodyPr lIns="914400" rIns="91440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793"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10" name="Text Placeholder 4"/>
          <p:cNvSpPr>
            <a:spLocks noGrp="1"/>
          </p:cNvSpPr>
          <p:nvPr>
            <p:ph type="body" sz="quarter" idx="13" hasCustomPrompt="1"/>
          </p:nvPr>
        </p:nvSpPr>
        <p:spPr>
          <a:xfrm>
            <a:off x="6108063" y="3531162"/>
            <a:ext cx="2713786" cy="454612"/>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2" name="Text Placeholder 4">
            <a:extLst>
              <a:ext uri="{FF2B5EF4-FFF2-40B4-BE49-F238E27FC236}">
                <a16:creationId xmlns:a16="http://schemas.microsoft.com/office/drawing/2014/main" id="{C11EA858-BBCA-2149-9368-C1FDBC6C8DFD}"/>
              </a:ext>
            </a:extLst>
          </p:cNvPr>
          <p:cNvSpPr>
            <a:spLocks noGrp="1"/>
          </p:cNvSpPr>
          <p:nvPr>
            <p:ph type="body" sz="quarter" idx="25" hasCustomPrompt="1"/>
          </p:nvPr>
        </p:nvSpPr>
        <p:spPr>
          <a:xfrm>
            <a:off x="6108063" y="3761122"/>
            <a:ext cx="2713786" cy="726353"/>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rgbClr val="000000"/>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1081615570"/>
      </p:ext>
    </p:extLst>
  </p:cSld>
  <p:clrMapOvr>
    <a:masterClrMapping/>
  </p:clrMapOvr>
  <p:transition>
    <p:fade/>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Section slide">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990B4C-4B23-479D-ADA8-DD6E0658DF5A}"/>
              </a:ext>
            </a:extLst>
          </p:cNvPr>
          <p:cNvSpPr/>
          <p:nvPr userDrawn="1"/>
        </p:nvSpPr>
        <p:spPr bwMode="auto">
          <a:xfrm>
            <a:off x="1" y="1894985"/>
            <a:ext cx="7273265" cy="1338036"/>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 name="Title 35"/>
          <p:cNvSpPr>
            <a:spLocks noGrp="1"/>
          </p:cNvSpPr>
          <p:nvPr>
            <p:ph type="title" hasCustomPrompt="1"/>
          </p:nvPr>
        </p:nvSpPr>
        <p:spPr>
          <a:xfrm>
            <a:off x="313983" y="1894985"/>
            <a:ext cx="6892433" cy="1338036"/>
          </a:xfrm>
          <a:prstGeom prst="rect">
            <a:avLst/>
          </a:prstGeom>
          <a:noFill/>
        </p:spPr>
        <p:txBody>
          <a:bodyPr vert="horz" wrap="square" lIns="0" tIns="0" rIns="0" bIns="0" rtlCol="0" anchor="ctr" anchorCtr="0">
            <a:noAutofit/>
          </a:bodyPr>
          <a:lstStyle>
            <a:lvl1pPr>
              <a:defRPr lang="en-US" sz="2647" spc="-36" baseline="0" dirty="0">
                <a:solidFill>
                  <a:schemeClr val="bg1"/>
                </a:solidFill>
              </a:defRPr>
            </a:lvl1pPr>
          </a:lstStyle>
          <a:p>
            <a:pPr marL="0" lvl="0">
              <a:lnSpc>
                <a:spcPts val="4037"/>
              </a:lnSpc>
            </a:pPr>
            <a:r>
              <a:rPr lang="en-US"/>
              <a:t>Section title</a:t>
            </a:r>
          </a:p>
        </p:txBody>
      </p:sp>
      <p:sp>
        <p:nvSpPr>
          <p:cNvPr id="6" name="Rectangle 5">
            <a:extLst>
              <a:ext uri="{FF2B5EF4-FFF2-40B4-BE49-F238E27FC236}">
                <a16:creationId xmlns:a16="http://schemas.microsoft.com/office/drawing/2014/main" id="{E7A7DCD7-2A9A-4303-B73A-A8AA23BAF4B6}"/>
              </a:ext>
            </a:extLst>
          </p:cNvPr>
          <p:cNvSpPr/>
          <p:nvPr userDrawn="1"/>
        </p:nvSpPr>
        <p:spPr bwMode="auto">
          <a:xfrm>
            <a:off x="7273266" y="1894985"/>
            <a:ext cx="1561952" cy="1338036"/>
          </a:xfrm>
          <a:prstGeom prst="rect">
            <a:avLst/>
          </a:prstGeom>
          <a:solidFill>
            <a:schemeClr val="bg2">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7" name="Rectangle 6">
            <a:extLst>
              <a:ext uri="{FF2B5EF4-FFF2-40B4-BE49-F238E27FC236}">
                <a16:creationId xmlns:a16="http://schemas.microsoft.com/office/drawing/2014/main" id="{79F5CEB5-AAB3-4E98-82B0-2B2EDFAC7F19}"/>
              </a:ext>
            </a:extLst>
          </p:cNvPr>
          <p:cNvSpPr/>
          <p:nvPr userDrawn="1"/>
        </p:nvSpPr>
        <p:spPr bwMode="auto">
          <a:xfrm>
            <a:off x="8677112" y="1860812"/>
            <a:ext cx="152906" cy="1406381"/>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6">
            <a:extLst>
              <a:ext uri="{FF2B5EF4-FFF2-40B4-BE49-F238E27FC236}">
                <a16:creationId xmlns:a16="http://schemas.microsoft.com/office/drawing/2014/main" id="{C39A4550-468E-4965-BBF3-650AD824060F}"/>
              </a:ext>
            </a:extLst>
          </p:cNvPr>
          <p:cNvSpPr/>
          <p:nvPr userDrawn="1"/>
        </p:nvSpPr>
        <p:spPr bwMode="auto">
          <a:xfrm flipH="1">
            <a:off x="7273264" y="1860812"/>
            <a:ext cx="152906" cy="1406381"/>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12" name="Picture Placeholder 11">
            <a:extLst>
              <a:ext uri="{FF2B5EF4-FFF2-40B4-BE49-F238E27FC236}">
                <a16:creationId xmlns:a16="http://schemas.microsoft.com/office/drawing/2014/main" id="{A0F18A81-5AF1-41EB-B335-9EF67062969B}"/>
              </a:ext>
            </a:extLst>
          </p:cNvPr>
          <p:cNvSpPr>
            <a:spLocks noGrp="1"/>
          </p:cNvSpPr>
          <p:nvPr>
            <p:ph type="pic" sz="quarter" idx="10"/>
          </p:nvPr>
        </p:nvSpPr>
        <p:spPr>
          <a:xfrm>
            <a:off x="7573771" y="2083464"/>
            <a:ext cx="960941" cy="961077"/>
          </a:xfrm>
        </p:spPr>
        <p:txBody>
          <a:bodyPr anchor="ctr">
            <a:noAutofit/>
          </a:bodyPr>
          <a:lstStyle>
            <a:lvl1pPr algn="ctr">
              <a:defRPr/>
            </a:lvl1pPr>
          </a:lstStyle>
          <a:p>
            <a:r>
              <a:rPr lang="en-US"/>
              <a:t>Click icon to add picture</a:t>
            </a:r>
            <a:endParaRPr lang="en-US" dirty="0"/>
          </a:p>
        </p:txBody>
      </p:sp>
    </p:spTree>
    <p:extLst>
      <p:ext uri="{BB962C8B-B14F-4D97-AF65-F5344CB8AC3E}">
        <p14:creationId xmlns:p14="http://schemas.microsoft.com/office/powerpoint/2010/main" val="2652602486"/>
      </p:ext>
    </p:extLst>
  </p:cSld>
  <p:clrMapOvr>
    <a:masterClrMapping/>
  </p:clrMapOvr>
  <p:transition>
    <p:fade/>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Sp="0" preserve="1" userDrawn="1">
  <p:cSld name="Photo layou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4157637" cy="546336"/>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313983" y="1092673"/>
            <a:ext cx="4184483" cy="218008"/>
          </a:xfrm>
          <a:prstGeom prst="rect">
            <a:avLst/>
          </a:prstGeom>
        </p:spPr>
        <p:txBody>
          <a:bodyPr wrap="square" lIns="0" tIns="0" rIns="0" bIns="0">
            <a:spAutoFit/>
          </a:bodyPr>
          <a:lstStyle>
            <a:lvl1pPr marL="0" indent="0">
              <a:lnSpc>
                <a:spcPts val="1730"/>
              </a:lnSpc>
              <a:buNone/>
              <a:defRPr lang="en-US" sz="1471" kern="1200" spc="0" baseline="0" dirty="0">
                <a:solidFill>
                  <a:schemeClr val="tx1"/>
                </a:solidFill>
                <a:latin typeface="+mj-lt"/>
                <a:ea typeface="+mn-ea"/>
                <a:cs typeface="+mn-cs"/>
              </a:defRPr>
            </a:lvl1pPr>
            <a:lvl2pPr marL="164801" indent="0">
              <a:buNone/>
              <a:defRPr/>
            </a:lvl2pPr>
            <a:lvl3pPr marL="329601" indent="0">
              <a:buNone/>
              <a:defRPr/>
            </a:lvl3pPr>
            <a:lvl4pPr marL="494402" indent="0">
              <a:buNone/>
              <a:defRPr/>
            </a:lvl4pPr>
            <a:lvl5pPr marL="659202" indent="0">
              <a:buNone/>
              <a:defRPr/>
            </a:lvl5pPr>
          </a:lstStyle>
          <a:p>
            <a:pPr lvl="0"/>
            <a:r>
              <a:rPr lang="en-US"/>
              <a:t>Subhead Segoe UI </a:t>
            </a:r>
            <a:r>
              <a:rPr lang="en-US" err="1"/>
              <a:t>Semibold</a:t>
            </a:r>
            <a:r>
              <a:rPr lang="en-US"/>
              <a:t> 20/24. </a:t>
            </a:r>
          </a:p>
        </p:txBody>
      </p:sp>
      <p:sp>
        <p:nvSpPr>
          <p:cNvPr id="5" name="Text Placeholder 4">
            <a:extLst>
              <a:ext uri="{FF2B5EF4-FFF2-40B4-BE49-F238E27FC236}">
                <a16:creationId xmlns:a16="http://schemas.microsoft.com/office/drawing/2014/main" id="{6E31D123-CA1A-4568-88C8-6B1287D07EE9}"/>
              </a:ext>
            </a:extLst>
          </p:cNvPr>
          <p:cNvSpPr>
            <a:spLocks noGrp="1"/>
          </p:cNvSpPr>
          <p:nvPr>
            <p:ph type="body" sz="quarter" idx="13" hasCustomPrompt="1"/>
          </p:nvPr>
        </p:nvSpPr>
        <p:spPr>
          <a:xfrm>
            <a:off x="313984" y="1621222"/>
            <a:ext cx="4184483" cy="273473"/>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855576"/>
            <a:ext cx="4184483" cy="567848"/>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7" name="Text Placeholder 4">
            <a:extLst>
              <a:ext uri="{FF2B5EF4-FFF2-40B4-BE49-F238E27FC236}">
                <a16:creationId xmlns:a16="http://schemas.microsoft.com/office/drawing/2014/main" id="{0D336736-F7E2-BA48-AD3E-B0037BAC6816}"/>
              </a:ext>
            </a:extLst>
          </p:cNvPr>
          <p:cNvSpPr>
            <a:spLocks noGrp="1"/>
          </p:cNvSpPr>
          <p:nvPr>
            <p:ph type="body" sz="quarter" idx="43" hasCustomPrompt="1"/>
          </p:nvPr>
        </p:nvSpPr>
        <p:spPr>
          <a:xfrm>
            <a:off x="313984" y="2721659"/>
            <a:ext cx="4184483" cy="273473"/>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946759"/>
            <a:ext cx="4184483" cy="567848"/>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672383" y="-1"/>
            <a:ext cx="4479790" cy="5143501"/>
          </a:xfrm>
          <a:prstGeom prst="rect">
            <a:avLst/>
          </a:prstGeom>
          <a:blipFill>
            <a:blip r:embed="rId2"/>
            <a:stretch>
              <a:fillRect/>
            </a:stretch>
          </a:blipFill>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332669414"/>
      </p:ext>
    </p:extLst>
  </p:cSld>
  <p:clrMapOvr>
    <a:masterClrMapping/>
  </p:clrMapOvr>
  <p:transition>
    <p:fade/>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Photo layout with bullet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4157637" cy="546336"/>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313983" y="1092672"/>
            <a:ext cx="4184483" cy="276999"/>
          </a:xfrm>
          <a:prstGeom prst="rect">
            <a:avLst/>
          </a:prstGeom>
        </p:spPr>
        <p:txBody>
          <a:bodyPr wrap="square" lIns="0" tIns="0" rIns="0" bIns="0" anchor="t">
            <a:spAutoFit/>
          </a:bodyPr>
          <a:lstStyle>
            <a:lvl1pPr marL="0" indent="0">
              <a:lnSpc>
                <a:spcPct val="100000"/>
              </a:lnSpc>
              <a:buNone/>
              <a:defRPr lang="en-US" sz="1765" kern="1200" spc="0" baseline="0" dirty="0">
                <a:solidFill>
                  <a:schemeClr val="tx1"/>
                </a:solidFill>
                <a:latin typeface="+mj-lt"/>
                <a:ea typeface="+mn-ea"/>
                <a:cs typeface="+mn-cs"/>
              </a:defRPr>
            </a:lvl1pPr>
            <a:lvl2pPr marL="164801" indent="0">
              <a:buNone/>
              <a:defRPr/>
            </a:lvl2pPr>
            <a:lvl3pPr marL="329601" indent="0">
              <a:buNone/>
              <a:defRPr/>
            </a:lvl3pPr>
            <a:lvl4pPr marL="494402" indent="0">
              <a:buNone/>
              <a:defRPr/>
            </a:lvl4pPr>
            <a:lvl5pPr marL="659202"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701710"/>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userDrawn="1"/>
        </p:nvCxnSpPr>
        <p:spPr>
          <a:xfrm>
            <a:off x="313983" y="2301033"/>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461776"/>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userDrawn="1"/>
        </p:nvCxnSpPr>
        <p:spPr>
          <a:xfrm>
            <a:off x="313983" y="3061098"/>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313983" y="3221842"/>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userDrawn="1"/>
        </p:nvCxnSpPr>
        <p:spPr>
          <a:xfrm>
            <a:off x="313983" y="3821165"/>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313983" y="3981906"/>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sp>
        <p:nvSpPr>
          <p:cNvPr id="2" name="Rectangle 1">
            <a:extLst>
              <a:ext uri="{FF2B5EF4-FFF2-40B4-BE49-F238E27FC236}">
                <a16:creationId xmlns:a16="http://schemas.microsoft.com/office/drawing/2014/main" id="{56B6D240-D672-4F0A-95ED-D92FC8351E6D}"/>
              </a:ext>
              <a:ext uri="{C183D7F6-B498-43B3-948B-1728B52AA6E4}">
                <adec:decorative xmlns:adec="http://schemas.microsoft.com/office/drawing/2017/decorative" val="1"/>
              </a:ext>
            </a:extLst>
          </p:cNvPr>
          <p:cNvSpPr/>
          <p:nvPr userDrawn="1"/>
        </p:nvSpPr>
        <p:spPr bwMode="auto">
          <a:xfrm>
            <a:off x="4672381" y="1092672"/>
            <a:ext cx="4157636" cy="3720458"/>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19" name="Picture Placeholder 7">
            <a:extLst>
              <a:ext uri="{FF2B5EF4-FFF2-40B4-BE49-F238E27FC236}">
                <a16:creationId xmlns:a16="http://schemas.microsoft.com/office/drawing/2014/main" id="{CA973F78-0779-41C2-98B4-4547D2CD7C11}"/>
              </a:ext>
            </a:extLst>
          </p:cNvPr>
          <p:cNvSpPr>
            <a:spLocks noGrp="1"/>
          </p:cNvSpPr>
          <p:nvPr>
            <p:ph type="pic" sz="quarter" idx="47" hasCustomPrompt="1"/>
          </p:nvPr>
        </p:nvSpPr>
        <p:spPr>
          <a:xfrm>
            <a:off x="4762260" y="1173098"/>
            <a:ext cx="3977884" cy="3559607"/>
          </a:xfrm>
          <a:prstGeom prst="rect">
            <a:avLst/>
          </a:prstGeom>
          <a:blipFill dpi="0" rotWithShape="1">
            <a:blip r:embed="rId2"/>
            <a:srcRect/>
            <a:stretch>
              <a:fillRect/>
            </a:stretch>
          </a:blipFill>
          <a:ln w="19050">
            <a:noFill/>
          </a:ln>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629779454"/>
      </p:ext>
    </p:extLst>
  </p:cSld>
  <p:clrMapOvr>
    <a:masterClrMapping/>
  </p:clrMapOvr>
  <p:transition>
    <p:fade/>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1_Photo layout with bullet text &amp; icon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4157637" cy="546336"/>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313983" y="1282120"/>
            <a:ext cx="4184483" cy="276999"/>
          </a:xfrm>
          <a:prstGeom prst="rect">
            <a:avLst/>
          </a:prstGeom>
        </p:spPr>
        <p:txBody>
          <a:bodyPr wrap="square" lIns="0" tIns="0" rIns="0" bIns="0" anchor="b">
            <a:spAutoFit/>
          </a:bodyPr>
          <a:lstStyle>
            <a:lvl1pPr marL="0" indent="0">
              <a:lnSpc>
                <a:spcPct val="100000"/>
              </a:lnSpc>
              <a:buNone/>
              <a:defRPr lang="en-US" sz="1765" kern="1200" spc="0" baseline="0" dirty="0">
                <a:solidFill>
                  <a:schemeClr val="tx1"/>
                </a:solidFill>
                <a:latin typeface="+mj-lt"/>
                <a:ea typeface="+mn-ea"/>
                <a:cs typeface="+mn-cs"/>
              </a:defRPr>
            </a:lvl1pPr>
            <a:lvl2pPr marL="164801" indent="0">
              <a:buNone/>
              <a:defRPr/>
            </a:lvl2pPr>
            <a:lvl3pPr marL="329601" indent="0">
              <a:buNone/>
              <a:defRPr/>
            </a:lvl3pPr>
            <a:lvl4pPr marL="494402" indent="0">
              <a:buNone/>
              <a:defRPr/>
            </a:lvl4pPr>
            <a:lvl5pPr marL="659202"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1066800" y="1700490"/>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userDrawn="1"/>
        </p:nvCxnSpPr>
        <p:spPr>
          <a:xfrm>
            <a:off x="1066800" y="2299812"/>
            <a:ext cx="337330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1066800" y="2460556"/>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userDrawn="1"/>
        </p:nvCxnSpPr>
        <p:spPr>
          <a:xfrm>
            <a:off x="1066800" y="3059879"/>
            <a:ext cx="337330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1066800" y="3220621"/>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userDrawn="1"/>
        </p:nvCxnSpPr>
        <p:spPr>
          <a:xfrm>
            <a:off x="1066800" y="3819945"/>
            <a:ext cx="337330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1066800" y="3980686"/>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672383" y="-1"/>
            <a:ext cx="4479790" cy="5143501"/>
          </a:xfrm>
          <a:prstGeom prst="rect">
            <a:avLst/>
          </a:prstGeom>
          <a:blipFill>
            <a:blip r:embed="rId2"/>
            <a:stretch>
              <a:fillRect/>
            </a:stretch>
          </a:blipFill>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3538189759"/>
      </p:ext>
    </p:extLst>
  </p:cSld>
  <p:clrMapOvr>
    <a:masterClrMapping/>
  </p:clrMapOvr>
  <p:transition>
    <p:fade/>
  </p:transition>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Photo layout with 4 rows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8516034" cy="546336"/>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092674"/>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050620"/>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313983" y="3008568"/>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313983" y="3966516"/>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2" name="Rectangle 1">
            <a:extLst>
              <a:ext uri="{FF2B5EF4-FFF2-40B4-BE49-F238E27FC236}">
                <a16:creationId xmlns:a16="http://schemas.microsoft.com/office/drawing/2014/main" id="{680D905E-E7A9-44EC-830B-323C290AAA27}"/>
              </a:ext>
              <a:ext uri="{C183D7F6-B498-43B3-948B-1728B52AA6E4}">
                <adec:decorative xmlns:adec="http://schemas.microsoft.com/office/drawing/2017/decorative" val="1"/>
              </a:ext>
            </a:extLst>
          </p:cNvPr>
          <p:cNvSpPr/>
          <p:nvPr userDrawn="1"/>
        </p:nvSpPr>
        <p:spPr bwMode="auto">
          <a:xfrm>
            <a:off x="4672381" y="1092672"/>
            <a:ext cx="4157636" cy="3720458"/>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762260" y="1173098"/>
            <a:ext cx="3977884" cy="3559607"/>
          </a:xfrm>
          <a:prstGeom prst="rect">
            <a:avLst/>
          </a:prstGeom>
          <a:blipFill dpi="0" rotWithShape="1">
            <a:blip r:embed="rId2"/>
            <a:srcRect/>
            <a:stretch>
              <a:fillRect/>
            </a:stretch>
          </a:blipFill>
          <a:ln w="19050">
            <a:noFill/>
          </a:ln>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cxnSp>
        <p:nvCxnSpPr>
          <p:cNvPr id="9" name="Straight Connector 8">
            <a:extLst>
              <a:ext uri="{FF2B5EF4-FFF2-40B4-BE49-F238E27FC236}">
                <a16:creationId xmlns:a16="http://schemas.microsoft.com/office/drawing/2014/main" id="{5E2F051F-FAD1-40B7-AD8D-86ACA838D32B}"/>
              </a:ext>
              <a:ext uri="{C183D7F6-B498-43B3-948B-1728B52AA6E4}">
                <adec:decorative xmlns:adec="http://schemas.microsoft.com/office/drawing/2017/decorative" val="1"/>
              </a:ext>
            </a:extLst>
          </p:cNvPr>
          <p:cNvCxnSpPr>
            <a:cxnSpLocks/>
          </p:cNvCxnSpPr>
          <p:nvPr userDrawn="1"/>
        </p:nvCxnSpPr>
        <p:spPr>
          <a:xfrm>
            <a:off x="313983" y="1995036"/>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8966B79-BC7C-4DB8-80D4-01380DB97330}"/>
              </a:ext>
              <a:ext uri="{C183D7F6-B498-43B3-948B-1728B52AA6E4}">
                <adec:decorative xmlns:adec="http://schemas.microsoft.com/office/drawing/2017/decorative" val="1"/>
              </a:ext>
            </a:extLst>
          </p:cNvPr>
          <p:cNvCxnSpPr>
            <a:cxnSpLocks/>
          </p:cNvCxnSpPr>
          <p:nvPr userDrawn="1"/>
        </p:nvCxnSpPr>
        <p:spPr>
          <a:xfrm>
            <a:off x="313983" y="2952848"/>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69D048A-1B0B-4837-8CE2-BD16F3AE2B1C}"/>
              </a:ext>
              <a:ext uri="{C183D7F6-B498-43B3-948B-1728B52AA6E4}">
                <adec:decorative xmlns:adec="http://schemas.microsoft.com/office/drawing/2017/decorative" val="1"/>
              </a:ext>
            </a:extLst>
          </p:cNvPr>
          <p:cNvCxnSpPr>
            <a:cxnSpLocks/>
          </p:cNvCxnSpPr>
          <p:nvPr userDrawn="1"/>
        </p:nvCxnSpPr>
        <p:spPr>
          <a:xfrm>
            <a:off x="313983" y="3910660"/>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5628867"/>
      </p:ext>
    </p:extLst>
  </p:cSld>
  <p:clrMapOvr>
    <a:masterClrMapping/>
  </p:clrMapOvr>
  <p:transition>
    <p:fade/>
  </p:transition>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Photo layout with gray filled text box">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2" y="330371"/>
            <a:ext cx="8516036" cy="546336"/>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092674"/>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050620"/>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313983" y="3008568"/>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313983" y="3966516"/>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userDrawn="1"/>
        </p:nvSpPr>
        <p:spPr bwMode="auto">
          <a:xfrm>
            <a:off x="4672381" y="1092672"/>
            <a:ext cx="4157636" cy="3720458"/>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762260" y="1173098"/>
            <a:ext cx="3977884" cy="3559607"/>
          </a:xfrm>
          <a:prstGeom prst="rect">
            <a:avLst/>
          </a:prstGeom>
          <a:blipFill dpi="0" rotWithShape="1">
            <a:blip r:embed="rId2"/>
            <a:srcRect/>
            <a:stretch>
              <a:fillRect/>
            </a:stretch>
          </a:blipFill>
          <a:ln w="19050">
            <a:noFill/>
          </a:ln>
        </p:spPr>
        <p:txBody>
          <a:bodyPr tIns="9144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1271214219"/>
      </p:ext>
    </p:extLst>
  </p:cSld>
  <p:clrMapOvr>
    <a:masterClrMapping/>
  </p:clrMapOvr>
  <p:transition>
    <p:fade/>
  </p:transition>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Demo slide with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9E5E14-01F2-4F10-A177-A81144B86D44}"/>
              </a:ext>
            </a:extLst>
          </p:cNvPr>
          <p:cNvSpPr>
            <a:spLocks noGrp="1"/>
          </p:cNvSpPr>
          <p:nvPr>
            <p:ph type="title"/>
          </p:nvPr>
        </p:nvSpPr>
        <p:spPr>
          <a:xfrm>
            <a:off x="313982" y="330371"/>
            <a:ext cx="8505951" cy="546336"/>
          </a:xfrm>
        </p:spPr>
        <p:txBody>
          <a:bodyPr/>
          <a:lstStyle/>
          <a:p>
            <a:r>
              <a:rPr lang="en-US"/>
              <a:t>Click to edit Master title style</a:t>
            </a:r>
          </a:p>
        </p:txBody>
      </p:sp>
      <p:sp>
        <p:nvSpPr>
          <p:cNvPr id="4" name="Text Placeholder 3"/>
          <p:cNvSpPr>
            <a:spLocks noGrp="1"/>
          </p:cNvSpPr>
          <p:nvPr>
            <p:ph type="body" sz="quarter" idx="10" hasCustomPrompt="1"/>
          </p:nvPr>
        </p:nvSpPr>
        <p:spPr>
          <a:xfrm>
            <a:off x="313984" y="1092674"/>
            <a:ext cx="4056089" cy="436017"/>
          </a:xfrm>
          <a:prstGeom prst="rect">
            <a:avLst/>
          </a:prstGeom>
        </p:spPr>
        <p:txBody>
          <a:bodyPr wrap="square" lIns="0" tIns="0" rIns="0" bIns="0">
            <a:spAutoFit/>
          </a:bodyPr>
          <a:lstStyle>
            <a:lvl1pPr marL="0" indent="0">
              <a:lnSpc>
                <a:spcPts val="1730"/>
              </a:lnSpc>
              <a:buNone/>
              <a:defRPr sz="1765" b="0" i="0" spc="0">
                <a:solidFill>
                  <a:schemeClr val="tx1"/>
                </a:solidFill>
                <a:latin typeface="+mj-lt"/>
              </a:defRPr>
            </a:lvl1pPr>
            <a:lvl2pPr marL="164801" indent="0">
              <a:buNone/>
              <a:defRPr/>
            </a:lvl2pPr>
            <a:lvl3pPr marL="329601" indent="0">
              <a:buNone/>
              <a:defRPr/>
            </a:lvl3pPr>
            <a:lvl4pPr marL="494402" indent="0">
              <a:buNone/>
              <a:defRPr/>
            </a:lvl4pPr>
            <a:lvl5pPr marL="659202" indent="0">
              <a:buNone/>
              <a:defRPr/>
            </a:lvl5pPr>
          </a:lstStyle>
          <a:p>
            <a:pPr lvl="0"/>
            <a:r>
              <a:rPr lang="pt-BR" err="1"/>
              <a:t>Large</a:t>
            </a:r>
            <a:r>
              <a:rPr lang="pt-BR"/>
              <a:t> </a:t>
            </a:r>
            <a:r>
              <a:rPr lang="pt-BR" err="1"/>
              <a:t>subhead</a:t>
            </a:r>
            <a:r>
              <a:rPr lang="pt-BR"/>
              <a:t> Segoe UI </a:t>
            </a:r>
            <a:r>
              <a:rPr lang="pt-BR" err="1"/>
              <a:t>Semibold</a:t>
            </a:r>
            <a:r>
              <a:rPr lang="pt-BR"/>
              <a:t> Regular 20/24</a:t>
            </a:r>
            <a:endParaRPr lang="en-US"/>
          </a:p>
        </p:txBody>
      </p:sp>
      <p:sp>
        <p:nvSpPr>
          <p:cNvPr id="5" name="Text Placeholder 4"/>
          <p:cNvSpPr>
            <a:spLocks noGrp="1"/>
          </p:cNvSpPr>
          <p:nvPr>
            <p:ph type="body" sz="quarter" idx="11" hasCustomPrompt="1"/>
          </p:nvPr>
        </p:nvSpPr>
        <p:spPr>
          <a:xfrm>
            <a:off x="313982" y="1619165"/>
            <a:ext cx="4056089" cy="1754326"/>
          </a:xfrm>
          <a:prstGeom prst="rect">
            <a:avLst/>
          </a:prstGeom>
        </p:spPr>
        <p:txBody>
          <a:bodyPr lIns="0" tIns="45720" rIns="0" bIns="45720"/>
          <a:lstStyle>
            <a:lvl1pPr marL="0" indent="0">
              <a:lnSpc>
                <a:spcPct val="100000"/>
              </a:lnSpc>
              <a:spcBef>
                <a:spcPts val="0"/>
              </a:spcBef>
              <a:spcAft>
                <a:spcPts val="882"/>
              </a:spcAft>
              <a:buFont typeface="Arial" panose="020B0604020202020204" pitchFamily="34" charset="0"/>
              <a:buNone/>
              <a:defRPr sz="1030"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p:txBody>
      </p:sp>
      <p:pic>
        <p:nvPicPr>
          <p:cNvPr id="11" name="Picture 10" descr="Tablet image">
            <a:extLst>
              <a:ext uri="{FF2B5EF4-FFF2-40B4-BE49-F238E27FC236}">
                <a16:creationId xmlns:a16="http://schemas.microsoft.com/office/drawing/2014/main" id="{C4B95F29-56C3-4C85-A12B-0B0BE769E70B}"/>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b="2610"/>
          <a:stretch/>
        </p:blipFill>
        <p:spPr>
          <a:xfrm>
            <a:off x="3333582" y="111079"/>
            <a:ext cx="5810420" cy="4703810"/>
          </a:xfrm>
          <a:prstGeom prst="rect">
            <a:avLst/>
          </a:prstGeom>
        </p:spPr>
      </p:pic>
      <p:sp>
        <p:nvSpPr>
          <p:cNvPr id="12" name="Picture Placeholder 11">
            <a:extLst>
              <a:ext uri="{FF2B5EF4-FFF2-40B4-BE49-F238E27FC236}">
                <a16:creationId xmlns:a16="http://schemas.microsoft.com/office/drawing/2014/main" id="{934476FE-7091-4DE7-A55E-3EF5A6569A7D}"/>
              </a:ext>
            </a:extLst>
          </p:cNvPr>
          <p:cNvSpPr>
            <a:spLocks noGrp="1"/>
          </p:cNvSpPr>
          <p:nvPr>
            <p:ph type="pic" sz="quarter" idx="12" hasCustomPrompt="1"/>
          </p:nvPr>
        </p:nvSpPr>
        <p:spPr>
          <a:xfrm>
            <a:off x="4768470" y="960460"/>
            <a:ext cx="4375531" cy="3239495"/>
          </a:xfrm>
          <a:prstGeom prst="rect">
            <a:avLst/>
          </a:prstGeom>
        </p:spPr>
        <p:txBody>
          <a:bodyPr anchor="ctr" anchorCtr="0">
            <a:noAutofit/>
          </a:bodyPr>
          <a:lstStyle>
            <a:lvl1pPr algn="ctr">
              <a:defRPr sz="2595">
                <a:solidFill>
                  <a:srgbClr val="000000"/>
                </a:solidFill>
              </a:defRPr>
            </a:lvl1pPr>
          </a:lstStyle>
          <a:p>
            <a:r>
              <a:rPr lang="en-US" dirty="0"/>
              <a:t>DEMO</a:t>
            </a:r>
          </a:p>
        </p:txBody>
      </p:sp>
      <p:sp>
        <p:nvSpPr>
          <p:cNvPr id="2" name="Footer Placeholder 1">
            <a:extLst>
              <a:ext uri="{FF2B5EF4-FFF2-40B4-BE49-F238E27FC236}">
                <a16:creationId xmlns:a16="http://schemas.microsoft.com/office/drawing/2014/main" id="{8A22579A-F1B5-42C9-964C-C03AC4869056}"/>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522925683"/>
      </p:ext>
    </p:extLst>
  </p:cSld>
  <p:clrMapOvr>
    <a:masterClrMapping/>
  </p:clrMapOvr>
  <p:transition>
    <p:fade/>
  </p:transition>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Demo sli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A9A2FC6-09D2-4CBB-A8B4-445680BD8200}"/>
              </a:ext>
            </a:extLst>
          </p:cNvPr>
          <p:cNvSpPr>
            <a:spLocks noGrp="1"/>
          </p:cNvSpPr>
          <p:nvPr>
            <p:ph type="title" hasCustomPrompt="1"/>
          </p:nvPr>
        </p:nvSpPr>
        <p:spPr/>
        <p:txBody>
          <a:bodyPr/>
          <a:lstStyle>
            <a:lvl1pPr>
              <a:defRPr/>
            </a:lvl1pPr>
          </a:lstStyle>
          <a:p>
            <a:r>
              <a:rPr lang="en-US"/>
              <a:t>Demo </a:t>
            </a:r>
          </a:p>
        </p:txBody>
      </p:sp>
      <p:pic>
        <p:nvPicPr>
          <p:cNvPr id="10" name="Picture 9" descr="Tablet image">
            <a:extLst>
              <a:ext uri="{FF2B5EF4-FFF2-40B4-BE49-F238E27FC236}">
                <a16:creationId xmlns:a16="http://schemas.microsoft.com/office/drawing/2014/main" id="{73CDB1EA-72FB-46B3-89D4-DEE1F2EF724A}"/>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b="1563"/>
          <a:stretch/>
        </p:blipFill>
        <p:spPr>
          <a:xfrm>
            <a:off x="250835" y="439923"/>
            <a:ext cx="8152448" cy="4703577"/>
          </a:xfrm>
          <a:prstGeom prst="rect">
            <a:avLst/>
          </a:prstGeom>
        </p:spPr>
      </p:pic>
      <p:sp>
        <p:nvSpPr>
          <p:cNvPr id="8" name="Picture Placeholder 11">
            <a:extLst>
              <a:ext uri="{FF2B5EF4-FFF2-40B4-BE49-F238E27FC236}">
                <a16:creationId xmlns:a16="http://schemas.microsoft.com/office/drawing/2014/main" id="{0473E679-3B6D-497A-A0F6-454C968B7607}"/>
              </a:ext>
            </a:extLst>
          </p:cNvPr>
          <p:cNvSpPr>
            <a:spLocks noGrp="1"/>
          </p:cNvSpPr>
          <p:nvPr>
            <p:ph type="pic" sz="quarter" idx="12" hasCustomPrompt="1"/>
          </p:nvPr>
        </p:nvSpPr>
        <p:spPr>
          <a:xfrm>
            <a:off x="1699472" y="1277120"/>
            <a:ext cx="5745057" cy="3233658"/>
          </a:xfrm>
          <a:prstGeom prst="rect">
            <a:avLst/>
          </a:prstGeom>
        </p:spPr>
        <p:txBody>
          <a:bodyPr anchor="ctr" anchorCtr="0">
            <a:noAutofit/>
          </a:bodyPr>
          <a:lstStyle>
            <a:lvl1pPr algn="ctr">
              <a:defRPr sz="2595">
                <a:solidFill>
                  <a:srgbClr val="000000"/>
                </a:solidFill>
              </a:defRPr>
            </a:lvl1pPr>
          </a:lstStyle>
          <a:p>
            <a:r>
              <a:rPr lang="en-US" dirty="0"/>
              <a:t>DEMO</a:t>
            </a:r>
          </a:p>
        </p:txBody>
      </p:sp>
      <p:sp>
        <p:nvSpPr>
          <p:cNvPr id="2" name="Footer Placeholder 1">
            <a:extLst>
              <a:ext uri="{FF2B5EF4-FFF2-40B4-BE49-F238E27FC236}">
                <a16:creationId xmlns:a16="http://schemas.microsoft.com/office/drawing/2014/main" id="{E84FE4C0-97E2-47A0-A924-D46358B22C16}"/>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41825864"/>
      </p:ext>
    </p:extLst>
  </p:cSld>
  <p:clrMapOvr>
    <a:masterClrMapping/>
  </p:clrMapOvr>
  <p:transition>
    <p:fade/>
  </p:transition>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7" name="Chart Placeholder 6"/>
          <p:cNvSpPr>
            <a:spLocks noGrp="1"/>
          </p:cNvSpPr>
          <p:nvPr>
            <p:ph type="chart" sz="quarter" idx="21"/>
          </p:nvPr>
        </p:nvSpPr>
        <p:spPr>
          <a:xfrm>
            <a:off x="341998" y="1463085"/>
            <a:ext cx="2713783" cy="2651133"/>
          </a:xfrm>
          <a:prstGeom prst="rect">
            <a:avLst/>
          </a:prstGeom>
        </p:spPr>
        <p:txBody>
          <a:bodyPr anchor="ctr">
            <a:noAutofit/>
          </a:bodyPr>
          <a:lstStyle>
            <a:lvl1pPr marL="0" indent="0" algn="ctr">
              <a:buNone/>
              <a:defRPr sz="1730">
                <a:solidFill>
                  <a:srgbClr val="000000"/>
                </a:solidFill>
              </a:defRPr>
            </a:lvl1pPr>
          </a:lstStyle>
          <a:p>
            <a:r>
              <a:rPr lang="en-US"/>
              <a:t>Click icon to add chart</a:t>
            </a:r>
            <a:endParaRPr lang="en-US" dirty="0"/>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341993" y="4252786"/>
            <a:ext cx="2721959" cy="228076"/>
          </a:xfrm>
          <a:prstGeom prst="rect">
            <a:avLst/>
          </a:prstGeom>
        </p:spPr>
        <p:txBody>
          <a:bodyPr tIns="0"/>
          <a:lstStyle>
            <a:lvl1pPr>
              <a:lnSpc>
                <a:spcPct val="100000"/>
              </a:lnSpc>
              <a:defRPr lang="en-US" sz="882" b="1" kern="1200" spc="0" dirty="0" smtClean="0">
                <a:solidFill>
                  <a:srgbClr val="000000"/>
                </a:solidFill>
                <a:latin typeface="+mn-lt"/>
                <a:ea typeface="+mn-ea"/>
                <a:cs typeface="+mn-cs"/>
              </a:defRPr>
            </a:lvl1pPr>
          </a:lstStyle>
          <a:p>
            <a:pPr lvl="0"/>
            <a:r>
              <a:rPr lang="en-US"/>
              <a:t>Caption title Segoe bold 10/12. </a:t>
            </a:r>
          </a:p>
        </p:txBody>
      </p:sp>
      <p:sp>
        <p:nvSpPr>
          <p:cNvPr id="9" name="Text Placeholder 4"/>
          <p:cNvSpPr>
            <a:spLocks noGrp="1"/>
          </p:cNvSpPr>
          <p:nvPr>
            <p:ph type="body" sz="quarter" idx="12" hasCustomPrompt="1"/>
          </p:nvPr>
        </p:nvSpPr>
        <p:spPr>
          <a:xfrm>
            <a:off x="341995" y="4460535"/>
            <a:ext cx="2713786" cy="230833"/>
          </a:xfrm>
          <a:prstGeom prst="rect">
            <a:avLst/>
          </a:prstGeom>
        </p:spPr>
        <p:txBody>
          <a:bodyPr lIns="0" tIns="0" rIns="0" bIns="0"/>
          <a:lstStyle>
            <a:lvl1pPr marL="0" indent="0">
              <a:lnSpc>
                <a:spcPct val="100000"/>
              </a:lnSpc>
              <a:spcBef>
                <a:spcPts val="649"/>
              </a:spcBef>
              <a:buFont typeface="Arial" panose="020B0604020202020204" pitchFamily="34" charset="0"/>
              <a:buNone/>
              <a:defRPr sz="735"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10/12. The quick brown fox jumps over the lazy dog.</a:t>
            </a:r>
          </a:p>
        </p:txBody>
      </p:sp>
      <p:sp>
        <p:nvSpPr>
          <p:cNvPr id="20" name="Chart Placeholder 6"/>
          <p:cNvSpPr>
            <a:spLocks noGrp="1"/>
          </p:cNvSpPr>
          <p:nvPr>
            <p:ph type="chart" sz="quarter" idx="22"/>
          </p:nvPr>
        </p:nvSpPr>
        <p:spPr>
          <a:xfrm>
            <a:off x="3227365" y="1463085"/>
            <a:ext cx="2705615" cy="2651133"/>
          </a:xfrm>
          <a:prstGeom prst="rect">
            <a:avLst/>
          </a:prstGeom>
        </p:spPr>
        <p:txBody>
          <a:bodyPr anchor="ctr">
            <a:noAutofit/>
          </a:bodyPr>
          <a:lstStyle>
            <a:lvl1pPr marL="0" indent="0" algn="ctr">
              <a:buNone/>
              <a:defRPr sz="1730">
                <a:solidFill>
                  <a:srgbClr val="000000"/>
                </a:solidFill>
              </a:defRPr>
            </a:lvl1pPr>
          </a:lstStyle>
          <a:p>
            <a:r>
              <a:rPr lang="en-US"/>
              <a:t>Click icon to add chart</a:t>
            </a:r>
            <a:endParaRPr lang="en-US" dirty="0"/>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3235533" y="4252786"/>
            <a:ext cx="2721959" cy="228076"/>
          </a:xfrm>
          <a:prstGeom prst="rect">
            <a:avLst/>
          </a:prstGeom>
        </p:spPr>
        <p:txBody>
          <a:bodyPr tIns="0"/>
          <a:lstStyle>
            <a:lvl1pPr>
              <a:lnSpc>
                <a:spcPct val="100000"/>
              </a:lnSpc>
              <a:defRPr lang="en-US" sz="882" b="1" kern="1200" spc="0" dirty="0" smtClean="0">
                <a:solidFill>
                  <a:srgbClr val="000000"/>
                </a:solidFill>
                <a:latin typeface="+mn-lt"/>
                <a:ea typeface="+mn-ea"/>
                <a:cs typeface="+mn-cs"/>
              </a:defRPr>
            </a:lvl1pPr>
          </a:lstStyle>
          <a:p>
            <a:pPr lvl="0"/>
            <a:r>
              <a:rPr lang="en-US"/>
              <a:t>Caption title Segoe bold 10/12. </a:t>
            </a:r>
          </a:p>
        </p:txBody>
      </p:sp>
      <p:sp>
        <p:nvSpPr>
          <p:cNvPr id="17" name="Text Placeholder 4"/>
          <p:cNvSpPr>
            <a:spLocks noGrp="1"/>
          </p:cNvSpPr>
          <p:nvPr>
            <p:ph type="body" sz="quarter" idx="18" hasCustomPrompt="1"/>
          </p:nvPr>
        </p:nvSpPr>
        <p:spPr>
          <a:xfrm>
            <a:off x="3227365" y="4460535"/>
            <a:ext cx="2705615" cy="230833"/>
          </a:xfrm>
          <a:prstGeom prst="rect">
            <a:avLst/>
          </a:prstGeom>
        </p:spPr>
        <p:txBody>
          <a:bodyPr vert="horz" wrap="square" lIns="0" tIns="0" rIns="0" bIns="0" rtlCol="0">
            <a:spAutoFit/>
          </a:bodyPr>
          <a:lstStyle>
            <a:lvl1pPr>
              <a:lnSpc>
                <a:spcPct val="100000"/>
              </a:lnSpc>
              <a:tabLst/>
              <a:defRPr lang="en-US" sz="735" b="0" i="0" spc="0" dirty="0" smtClean="0">
                <a:solidFill>
                  <a:srgbClr val="000000"/>
                </a:solidFill>
                <a:latin typeface="+mn-lt"/>
              </a:defRPr>
            </a:lvl1pPr>
          </a:lstStyle>
          <a:p>
            <a:pPr lvl="0"/>
            <a:r>
              <a:rPr lang="en-US"/>
              <a:t>Caption body copy Segoe UI Regular 10/12. The quick brown fox jumps over the lazy dog.</a:t>
            </a:r>
          </a:p>
        </p:txBody>
      </p:sp>
      <p:sp>
        <p:nvSpPr>
          <p:cNvPr id="21" name="Chart Placeholder 6"/>
          <p:cNvSpPr>
            <a:spLocks noGrp="1"/>
          </p:cNvSpPr>
          <p:nvPr>
            <p:ph type="chart" sz="quarter" idx="23"/>
          </p:nvPr>
        </p:nvSpPr>
        <p:spPr>
          <a:xfrm>
            <a:off x="6104560" y="1463085"/>
            <a:ext cx="2717288" cy="2651133"/>
          </a:xfrm>
          <a:prstGeom prst="rect">
            <a:avLst/>
          </a:prstGeom>
        </p:spPr>
        <p:txBody>
          <a:bodyPr anchor="ctr">
            <a:noAutofit/>
          </a:bodyPr>
          <a:lstStyle>
            <a:lvl1pPr marL="0" indent="0" algn="ctr">
              <a:buNone/>
              <a:defRPr sz="1730">
                <a:solidFill>
                  <a:srgbClr val="000000"/>
                </a:solidFill>
              </a:defRPr>
            </a:lvl1pPr>
          </a:lstStyle>
          <a:p>
            <a:r>
              <a:rPr lang="en-US"/>
              <a:t>Click icon to add chart</a:t>
            </a:r>
            <a:endParaRPr lang="en-US" dirty="0"/>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104561" y="4460535"/>
            <a:ext cx="2705615" cy="230833"/>
          </a:xfrm>
          <a:prstGeom prst="rect">
            <a:avLst/>
          </a:prstGeom>
        </p:spPr>
        <p:txBody>
          <a:bodyPr vert="horz" wrap="square" lIns="0" tIns="0" rIns="0" bIns="0" rtlCol="0">
            <a:spAutoFit/>
          </a:bodyPr>
          <a:lstStyle>
            <a:lvl1pPr>
              <a:lnSpc>
                <a:spcPct val="100000"/>
              </a:lnSpc>
              <a:tabLst/>
              <a:defRPr lang="en-US" sz="735" b="0" i="0" spc="0" dirty="0" smtClean="0">
                <a:solidFill>
                  <a:srgbClr val="000000"/>
                </a:solidFill>
                <a:latin typeface="+mn-lt"/>
              </a:defRPr>
            </a:lvl1pPr>
          </a:lstStyle>
          <a:p>
            <a:pPr lvl="0"/>
            <a:r>
              <a:rPr lang="en-US"/>
              <a:t>Caption body copy Segoe UI Regular 10/12.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104560" y="4252786"/>
            <a:ext cx="2721959" cy="228076"/>
          </a:xfrm>
          <a:prstGeom prst="rect">
            <a:avLst/>
          </a:prstGeom>
        </p:spPr>
        <p:txBody>
          <a:bodyPr tIns="0"/>
          <a:lstStyle>
            <a:lvl1pPr>
              <a:lnSpc>
                <a:spcPct val="100000"/>
              </a:lnSpc>
              <a:defRPr lang="en-US" sz="882" b="1" kern="1200" spc="0" dirty="0" smtClean="0">
                <a:solidFill>
                  <a:srgbClr val="000000"/>
                </a:solidFill>
                <a:latin typeface="+mn-lt"/>
                <a:ea typeface="+mn-ea"/>
                <a:cs typeface="+mn-cs"/>
              </a:defRPr>
            </a:lvl1pPr>
          </a:lstStyle>
          <a:p>
            <a:pPr lvl="0"/>
            <a:r>
              <a:rPr lang="en-US"/>
              <a:t>Caption title Segoe bold 10/12. </a:t>
            </a:r>
          </a:p>
        </p:txBody>
      </p:sp>
      <p:sp>
        <p:nvSpPr>
          <p:cNvPr id="5" name="Title 4">
            <a:extLst>
              <a:ext uri="{FF2B5EF4-FFF2-40B4-BE49-F238E27FC236}">
                <a16:creationId xmlns:a16="http://schemas.microsoft.com/office/drawing/2014/main" id="{4C72913C-59D3-4340-A6C5-32B69C2989A0}"/>
              </a:ext>
            </a:extLst>
          </p:cNvPr>
          <p:cNvSpPr>
            <a:spLocks noGrp="1"/>
          </p:cNvSpPr>
          <p:nvPr>
            <p:ph type="title"/>
          </p:nvPr>
        </p:nvSpPr>
        <p:spPr/>
        <p:txBody>
          <a:bodyPr/>
          <a:lstStyle/>
          <a:p>
            <a:r>
              <a:rPr lang="en-US"/>
              <a:t>Click to edit Master title style</a:t>
            </a:r>
            <a:endParaRPr lang="fr-FR"/>
          </a:p>
        </p:txBody>
      </p:sp>
    </p:spTree>
    <p:extLst>
      <p:ext uri="{BB962C8B-B14F-4D97-AF65-F5344CB8AC3E}">
        <p14:creationId xmlns:p14="http://schemas.microsoft.com/office/powerpoint/2010/main" val="71026989"/>
      </p:ext>
    </p:extLst>
  </p:cSld>
  <p:clrMapOvr>
    <a:masterClrMapping/>
  </p:clrMapOvr>
  <p:transition>
    <p:fade/>
  </p:transition>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Tabl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9320125-45A4-4C74-9D99-B161A1AC8C9F}"/>
              </a:ext>
            </a:extLst>
          </p:cNvPr>
          <p:cNvSpPr>
            <a:spLocks noGrp="1"/>
          </p:cNvSpPr>
          <p:nvPr>
            <p:ph type="title"/>
          </p:nvPr>
        </p:nvSpPr>
        <p:spPr/>
        <p:txBody>
          <a:bodyPr/>
          <a:lstStyle/>
          <a:p>
            <a:r>
              <a:rPr lang="en-US"/>
              <a:t>Click to edit Master title style</a:t>
            </a:r>
          </a:p>
        </p:txBody>
      </p:sp>
      <p:sp>
        <p:nvSpPr>
          <p:cNvPr id="4" name="Table Placeholder 3"/>
          <p:cNvSpPr>
            <a:spLocks noGrp="1"/>
          </p:cNvSpPr>
          <p:nvPr>
            <p:ph type="tbl" sz="quarter" idx="10"/>
          </p:nvPr>
        </p:nvSpPr>
        <p:spPr>
          <a:xfrm>
            <a:off x="313983" y="2724922"/>
            <a:ext cx="8507865" cy="456279"/>
          </a:xfrm>
          <a:prstGeom prst="rect">
            <a:avLst/>
          </a:prstGeom>
        </p:spPr>
        <p:txBody>
          <a:bodyPr anchor="ctr" anchorCtr="0"/>
          <a:lstStyle>
            <a:lvl1pPr algn="ctr">
              <a:defRPr sz="1765"/>
            </a:lvl1pPr>
          </a:lstStyle>
          <a:p>
            <a:r>
              <a:rPr lang="en-US"/>
              <a:t>Click icon to add table</a:t>
            </a:r>
            <a:endParaRPr lang="en-US" dirty="0"/>
          </a:p>
        </p:txBody>
      </p:sp>
    </p:spTree>
    <p:extLst>
      <p:ext uri="{BB962C8B-B14F-4D97-AF65-F5344CB8AC3E}">
        <p14:creationId xmlns:p14="http://schemas.microsoft.com/office/powerpoint/2010/main" val="3351468308"/>
      </p:ext>
    </p:extLst>
  </p:cSld>
  <p:clrMapOvr>
    <a:masterClrMapping/>
  </p:clrMapOvr>
  <p:transition>
    <p:fade/>
  </p:transition>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Lab exercise layout -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two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lvl="1"/>
            <a:r>
              <a:rPr lang="en-US"/>
              <a:t>Body copy Segoe UI </a:t>
            </a:r>
            <a:r>
              <a:rPr lang="en-US" err="1"/>
              <a:t>Semibold</a:t>
            </a:r>
            <a:r>
              <a:rPr lang="en-US"/>
              <a:t> 20/24. </a:t>
            </a:r>
          </a:p>
          <a:p>
            <a:pPr lvl="1"/>
            <a:r>
              <a:rPr lang="en-US"/>
              <a:t>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324068" y="2235543"/>
            <a:ext cx="8505951" cy="402882"/>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324068" y="2638425"/>
            <a:ext cx="4076826"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4753193" y="2638425"/>
            <a:ext cx="4076826"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11885567"/>
      </p:ext>
    </p:extLst>
  </p:cSld>
  <p:clrMapOvr>
    <a:masterClrMapping/>
  </p:clrMapOvr>
  <p:transition>
    <p:fade/>
  </p:transition>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Lab exercise layout -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324068" y="1092672"/>
            <a:ext cx="8505951" cy="402882"/>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324068" y="1495554"/>
            <a:ext cx="2737768"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3208158" y="1495554"/>
            <a:ext cx="2737768"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6092251" y="1495554"/>
            <a:ext cx="2737768"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656382566"/>
      </p:ext>
    </p:extLst>
  </p:cSld>
  <p:clrMapOvr>
    <a:masterClrMapping/>
  </p:clrMapOvr>
  <p:transition>
    <p:fade/>
  </p:transition>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Lab exercise layout - 3">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324068" y="1092672"/>
            <a:ext cx="8505951" cy="402882"/>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324068" y="14955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3208158" y="14955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6092251" y="14955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9" name="Text Placeholder 3">
            <a:extLst>
              <a:ext uri="{FF2B5EF4-FFF2-40B4-BE49-F238E27FC236}">
                <a16:creationId xmlns:a16="http://schemas.microsoft.com/office/drawing/2014/main" id="{E6D80433-266B-4248-A258-DDF54D650DFC}"/>
              </a:ext>
            </a:extLst>
          </p:cNvPr>
          <p:cNvSpPr>
            <a:spLocks noGrp="1"/>
          </p:cNvSpPr>
          <p:nvPr>
            <p:ph type="body" sz="quarter" idx="19"/>
          </p:nvPr>
        </p:nvSpPr>
        <p:spPr>
          <a:xfrm>
            <a:off x="324068" y="29433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1CFB4F84-2AE0-40B1-A3E4-5505E85C8B2E}"/>
              </a:ext>
            </a:extLst>
          </p:cNvPr>
          <p:cNvSpPr>
            <a:spLocks noGrp="1"/>
          </p:cNvSpPr>
          <p:nvPr>
            <p:ph type="body" sz="quarter" idx="20"/>
          </p:nvPr>
        </p:nvSpPr>
        <p:spPr>
          <a:xfrm>
            <a:off x="3208158" y="29433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11" name="Text Placeholder 3">
            <a:extLst>
              <a:ext uri="{FF2B5EF4-FFF2-40B4-BE49-F238E27FC236}">
                <a16:creationId xmlns:a16="http://schemas.microsoft.com/office/drawing/2014/main" id="{E6BF108F-CD54-497C-81CA-E67ED2BA7279}"/>
              </a:ext>
            </a:extLst>
          </p:cNvPr>
          <p:cNvSpPr>
            <a:spLocks noGrp="1"/>
          </p:cNvSpPr>
          <p:nvPr>
            <p:ph type="body" sz="quarter" idx="21"/>
          </p:nvPr>
        </p:nvSpPr>
        <p:spPr>
          <a:xfrm>
            <a:off x="6092251" y="29433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552910850"/>
      </p:ext>
    </p:extLst>
  </p:cSld>
  <p:clrMapOvr>
    <a:masterClrMapping/>
  </p:clrMapOvr>
  <p:transition>
    <p:fade/>
  </p:transition>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Text option_2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176558" y="2000315"/>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2235543"/>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2381096468"/>
      </p:ext>
    </p:extLst>
  </p:cSld>
  <p:clrMapOvr>
    <a:masterClrMapping/>
  </p:clrMapOvr>
  <p:transition>
    <p:fade/>
  </p:transition>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Text option_3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176558" y="1837731"/>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910167"/>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3359E8F-F4BC-46D9-A456-1AEF499C6D31}"/>
              </a:ext>
              <a:ext uri="{C183D7F6-B498-43B3-948B-1728B52AA6E4}">
                <adec:decorative xmlns:adec="http://schemas.microsoft.com/office/drawing/2017/decorative" val="1"/>
              </a:ext>
            </a:extLst>
          </p:cNvPr>
          <p:cNvCxnSpPr>
            <a:cxnSpLocks/>
          </p:cNvCxnSpPr>
          <p:nvPr userDrawn="1"/>
        </p:nvCxnSpPr>
        <p:spPr>
          <a:xfrm>
            <a:off x="1176558" y="2655109"/>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2727662"/>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1994624152"/>
      </p:ext>
    </p:extLst>
  </p:cSld>
  <p:clrMapOvr>
    <a:masterClrMapping/>
  </p:clrMapOvr>
  <p:transition>
    <p:fade/>
  </p:transition>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Text option_4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176558" y="1869630"/>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910167"/>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6" name="Text Placeholder 4"/>
          <p:cNvSpPr>
            <a:spLocks noGrp="1"/>
          </p:cNvSpPr>
          <p:nvPr>
            <p:ph type="body" sz="quarter" idx="17" hasCustomPrompt="1"/>
          </p:nvPr>
        </p:nvSpPr>
        <p:spPr>
          <a:xfrm>
            <a:off x="1176558" y="2727662"/>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8" name="Text Placeholder 4"/>
          <p:cNvSpPr>
            <a:spLocks noGrp="1"/>
          </p:cNvSpPr>
          <p:nvPr>
            <p:ph type="body" sz="quarter" idx="19" hasCustomPrompt="1"/>
          </p:nvPr>
        </p:nvSpPr>
        <p:spPr>
          <a:xfrm>
            <a:off x="1176558" y="3545156"/>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2721003649"/>
      </p:ext>
    </p:extLst>
  </p:cSld>
  <p:clrMapOvr>
    <a:masterClrMapping/>
  </p:clrMapOvr>
  <p:transition>
    <p:fade/>
  </p:transition>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Text option_5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8C7A5BA-6D5F-4F89-8133-5E7B5AFA5388}"/>
              </a:ext>
              <a:ext uri="{C183D7F6-B498-43B3-948B-1728B52AA6E4}">
                <adec:decorative xmlns:adec="http://schemas.microsoft.com/office/drawing/2017/decorative" val="1"/>
              </a:ext>
            </a:extLst>
          </p:cNvPr>
          <p:cNvCxnSpPr>
            <a:cxnSpLocks/>
          </p:cNvCxnSpPr>
          <p:nvPr userDrawn="1"/>
        </p:nvCxnSpPr>
        <p:spPr>
          <a:xfrm>
            <a:off x="1176558" y="1809718"/>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85413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CBD0695E-5B97-44BE-B0A8-F9214D354151}"/>
              </a:ext>
              <a:ext uri="{C183D7F6-B498-43B3-948B-1728B52AA6E4}">
                <adec:decorative xmlns:adec="http://schemas.microsoft.com/office/drawing/2017/decorative" val="1"/>
              </a:ext>
            </a:extLst>
          </p:cNvPr>
          <p:cNvCxnSpPr>
            <a:cxnSpLocks/>
          </p:cNvCxnSpPr>
          <p:nvPr userDrawn="1"/>
        </p:nvCxnSpPr>
        <p:spPr>
          <a:xfrm>
            <a:off x="1176558" y="2571069"/>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2615593"/>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D602F602-8AD2-44FB-96AC-197B0B03616F}"/>
              </a:ext>
              <a:ext uri="{C183D7F6-B498-43B3-948B-1728B52AA6E4}">
                <adec:decorative xmlns:adec="http://schemas.microsoft.com/office/drawing/2017/decorative" val="1"/>
              </a:ext>
            </a:extLst>
          </p:cNvPr>
          <p:cNvCxnSpPr>
            <a:cxnSpLocks/>
          </p:cNvCxnSpPr>
          <p:nvPr userDrawn="1"/>
        </p:nvCxnSpPr>
        <p:spPr>
          <a:xfrm>
            <a:off x="1176558" y="3332422"/>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176558" y="3377053"/>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userDrawn="1"/>
        </p:nvCxnSpPr>
        <p:spPr>
          <a:xfrm>
            <a:off x="1176558" y="4093775"/>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176558" y="4138512"/>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1594388718"/>
      </p:ext>
    </p:extLst>
  </p:cSld>
  <p:clrMapOvr>
    <a:masterClrMapping/>
  </p:clrMapOvr>
  <p:transition>
    <p:fade/>
  </p:transition>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Text option_6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six rows</a:t>
            </a:r>
          </a:p>
        </p:txBody>
      </p:sp>
      <p:sp>
        <p:nvSpPr>
          <p:cNvPr id="5" name="Text Placeholder 4"/>
          <p:cNvSpPr>
            <a:spLocks noGrp="1"/>
          </p:cNvSpPr>
          <p:nvPr>
            <p:ph type="body" sz="quarter" idx="11" hasCustomPrompt="1"/>
          </p:nvPr>
        </p:nvSpPr>
        <p:spPr>
          <a:xfrm>
            <a:off x="1042096" y="1092672"/>
            <a:ext cx="7787924" cy="546336"/>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91176662-41A1-45F5-9F2A-CB3D5785A657}"/>
              </a:ext>
              <a:ext uri="{C183D7F6-B498-43B3-948B-1728B52AA6E4}">
                <adec:decorative xmlns:adec="http://schemas.microsoft.com/office/drawing/2017/decorative" val="1"/>
              </a:ext>
            </a:extLst>
          </p:cNvPr>
          <p:cNvCxnSpPr>
            <a:cxnSpLocks/>
          </p:cNvCxnSpPr>
          <p:nvPr userDrawn="1"/>
        </p:nvCxnSpPr>
        <p:spPr>
          <a:xfrm>
            <a:off x="1052327" y="1683379"/>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042096" y="1727497"/>
            <a:ext cx="7787924" cy="546336"/>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F1B8295B-9399-43B5-961D-6D1444246663}"/>
              </a:ext>
              <a:ext uri="{C183D7F6-B498-43B3-948B-1728B52AA6E4}">
                <adec:decorative xmlns:adec="http://schemas.microsoft.com/office/drawing/2017/decorative" val="1"/>
              </a:ext>
            </a:extLst>
          </p:cNvPr>
          <p:cNvCxnSpPr>
            <a:cxnSpLocks/>
          </p:cNvCxnSpPr>
          <p:nvPr userDrawn="1"/>
        </p:nvCxnSpPr>
        <p:spPr>
          <a:xfrm>
            <a:off x="1052327" y="2318112"/>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042096" y="2362321"/>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8661FE75-B00C-4695-B37C-FB53546A5F0A}"/>
              </a:ext>
              <a:ext uri="{C183D7F6-B498-43B3-948B-1728B52AA6E4}">
                <adec:decorative xmlns:adec="http://schemas.microsoft.com/office/drawing/2017/decorative" val="1"/>
              </a:ext>
            </a:extLst>
          </p:cNvPr>
          <p:cNvCxnSpPr>
            <a:cxnSpLocks/>
          </p:cNvCxnSpPr>
          <p:nvPr userDrawn="1"/>
        </p:nvCxnSpPr>
        <p:spPr>
          <a:xfrm>
            <a:off x="1052327" y="2952846"/>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042096" y="2997146"/>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44FEBE66-8971-4138-8B29-7373BB7CD1B7}"/>
              </a:ext>
              <a:ext uri="{C183D7F6-B498-43B3-948B-1728B52AA6E4}">
                <adec:decorative xmlns:adec="http://schemas.microsoft.com/office/drawing/2017/decorative" val="1"/>
              </a:ext>
            </a:extLst>
          </p:cNvPr>
          <p:cNvCxnSpPr>
            <a:cxnSpLocks/>
          </p:cNvCxnSpPr>
          <p:nvPr userDrawn="1"/>
        </p:nvCxnSpPr>
        <p:spPr>
          <a:xfrm>
            <a:off x="1052327" y="3587580"/>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042096" y="3631970"/>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2" name="Straight Connector 11">
            <a:extLst>
              <a:ext uri="{FF2B5EF4-FFF2-40B4-BE49-F238E27FC236}">
                <a16:creationId xmlns:a16="http://schemas.microsoft.com/office/drawing/2014/main" id="{EE9B15D9-25BA-4AE3-B36D-961D8C817DC1}"/>
              </a:ext>
              <a:ext uri="{C183D7F6-B498-43B3-948B-1728B52AA6E4}">
                <adec:decorative xmlns:adec="http://schemas.microsoft.com/office/drawing/2017/decorative" val="1"/>
              </a:ext>
            </a:extLst>
          </p:cNvPr>
          <p:cNvCxnSpPr>
            <a:cxnSpLocks/>
          </p:cNvCxnSpPr>
          <p:nvPr userDrawn="1"/>
        </p:nvCxnSpPr>
        <p:spPr>
          <a:xfrm>
            <a:off x="1052327" y="4222313"/>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4349BD30-0784-4B45-BEA2-C53624DF62CA}"/>
              </a:ext>
            </a:extLst>
          </p:cNvPr>
          <p:cNvSpPr>
            <a:spLocks noGrp="1"/>
          </p:cNvSpPr>
          <p:nvPr>
            <p:ph type="body" sz="quarter" idx="30" hasCustomPrompt="1"/>
          </p:nvPr>
        </p:nvSpPr>
        <p:spPr>
          <a:xfrm>
            <a:off x="1042096" y="4266794"/>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339418642"/>
      </p:ext>
    </p:extLst>
  </p:cSld>
  <p:clrMapOvr>
    <a:masterClrMapping/>
  </p:clrMapOvr>
  <p:transition>
    <p:fade/>
  </p:transition>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Text option- Text thre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 &amp; two columns</a:t>
            </a:r>
          </a:p>
        </p:txBody>
      </p:sp>
      <p:sp>
        <p:nvSpPr>
          <p:cNvPr id="5" name="Text Placeholder 4"/>
          <p:cNvSpPr>
            <a:spLocks noGrp="1"/>
          </p:cNvSpPr>
          <p:nvPr>
            <p:ph type="body" sz="quarter" idx="11" hasCustomPrompt="1"/>
          </p:nvPr>
        </p:nvSpPr>
        <p:spPr>
          <a:xfrm>
            <a:off x="1176558" y="1092672"/>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B2BC2D45-166A-42A4-BFA4-B0E61DE53CD1}"/>
              </a:ext>
              <a:ext uri="{C183D7F6-B498-43B3-948B-1728B52AA6E4}">
                <adec:decorative xmlns:adec="http://schemas.microsoft.com/office/drawing/2017/decorative" val="1"/>
              </a:ext>
            </a:extLst>
          </p:cNvPr>
          <p:cNvCxnSpPr>
            <a:cxnSpLocks/>
          </p:cNvCxnSpPr>
          <p:nvPr userDrawn="1"/>
        </p:nvCxnSpPr>
        <p:spPr>
          <a:xfrm>
            <a:off x="1176559" y="2156331"/>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2266089"/>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C17E5589-50A4-4ADA-A3D2-DFB8558FE78E}"/>
              </a:ext>
              <a:ext uri="{C183D7F6-B498-43B3-948B-1728B52AA6E4}">
                <adec:decorative xmlns:adec="http://schemas.microsoft.com/office/drawing/2017/decorative" val="1"/>
              </a:ext>
            </a:extLst>
          </p:cNvPr>
          <p:cNvCxnSpPr>
            <a:cxnSpLocks/>
          </p:cNvCxnSpPr>
          <p:nvPr userDrawn="1"/>
        </p:nvCxnSpPr>
        <p:spPr>
          <a:xfrm>
            <a:off x="1176559" y="332974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3439505"/>
            <a:ext cx="3295062" cy="953901"/>
          </a:xfrm>
        </p:spPr>
        <p:txBody>
          <a:bodyPr wrap="square" lIns="0" tIns="0" rIns="0" bIns="0" anchor="t">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5534956" y="1092672"/>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599F4609-3CD7-4077-B992-04F71C504EF4}"/>
              </a:ext>
              <a:ext uri="{C183D7F6-B498-43B3-948B-1728B52AA6E4}">
                <adec:decorative xmlns:adec="http://schemas.microsoft.com/office/drawing/2017/decorative" val="1"/>
              </a:ext>
            </a:extLst>
          </p:cNvPr>
          <p:cNvCxnSpPr>
            <a:cxnSpLocks/>
          </p:cNvCxnSpPr>
          <p:nvPr userDrawn="1"/>
        </p:nvCxnSpPr>
        <p:spPr>
          <a:xfrm>
            <a:off x="5534959" y="2156331"/>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5534956" y="2266089"/>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C2F439E-21AC-47A7-8FF2-2B3B30023C2D}"/>
              </a:ext>
              <a:ext uri="{C183D7F6-B498-43B3-948B-1728B52AA6E4}">
                <adec:decorative xmlns:adec="http://schemas.microsoft.com/office/drawing/2017/decorative" val="1"/>
              </a:ext>
            </a:extLst>
          </p:cNvPr>
          <p:cNvCxnSpPr>
            <a:cxnSpLocks/>
          </p:cNvCxnSpPr>
          <p:nvPr userDrawn="1"/>
        </p:nvCxnSpPr>
        <p:spPr>
          <a:xfrm>
            <a:off x="5534959" y="332974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5534956" y="3439505"/>
            <a:ext cx="3295062" cy="953901"/>
          </a:xfrm>
        </p:spPr>
        <p:txBody>
          <a:bodyPr wrap="square" lIns="0" tIns="0" rIns="0" bIns="0" anchor="t">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Tree>
    <p:extLst>
      <p:ext uri="{BB962C8B-B14F-4D97-AF65-F5344CB8AC3E}">
        <p14:creationId xmlns:p14="http://schemas.microsoft.com/office/powerpoint/2010/main" val="456477085"/>
      </p:ext>
    </p:extLst>
  </p:cSld>
  <p:clrMapOvr>
    <a:masterClrMapping/>
  </p:clrMapOvr>
  <p:transition>
    <p:fade/>
  </p:transition>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Text option- Text fiv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 &amp; two columns</a:t>
            </a:r>
          </a:p>
        </p:txBody>
      </p:sp>
      <p:sp>
        <p:nvSpPr>
          <p:cNvPr id="5" name="Text Placeholder 4"/>
          <p:cNvSpPr>
            <a:spLocks noGrp="1"/>
          </p:cNvSpPr>
          <p:nvPr>
            <p:ph type="body" sz="quarter" idx="11" hasCustomPrompt="1"/>
          </p:nvPr>
        </p:nvSpPr>
        <p:spPr>
          <a:xfrm>
            <a:off x="1176558" y="109267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99FD6DBF-9FC0-43E4-BB25-187F987ED548}"/>
              </a:ext>
              <a:ext uri="{C183D7F6-B498-43B3-948B-1728B52AA6E4}">
                <adec:decorative xmlns:adec="http://schemas.microsoft.com/office/drawing/2017/decorative" val="1"/>
              </a:ext>
            </a:extLst>
          </p:cNvPr>
          <p:cNvCxnSpPr>
            <a:cxnSpLocks/>
          </p:cNvCxnSpPr>
          <p:nvPr userDrawn="1"/>
        </p:nvCxnSpPr>
        <p:spPr>
          <a:xfrm>
            <a:off x="1176559" y="180971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85413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BCEDF675-8A34-4183-9100-9743BB5854C2}"/>
              </a:ext>
              <a:ext uri="{C183D7F6-B498-43B3-948B-1728B52AA6E4}">
                <adec:decorative xmlns:adec="http://schemas.microsoft.com/office/drawing/2017/decorative" val="1"/>
              </a:ext>
            </a:extLst>
          </p:cNvPr>
          <p:cNvCxnSpPr>
            <a:cxnSpLocks/>
          </p:cNvCxnSpPr>
          <p:nvPr userDrawn="1"/>
        </p:nvCxnSpPr>
        <p:spPr>
          <a:xfrm>
            <a:off x="1176559" y="2571069"/>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261559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389062B4-E38A-48D0-9FC3-A198B27C2B9D}"/>
              </a:ext>
              <a:ext uri="{C183D7F6-B498-43B3-948B-1728B52AA6E4}">
                <adec:decorative xmlns:adec="http://schemas.microsoft.com/office/drawing/2017/decorative" val="1"/>
              </a:ext>
            </a:extLst>
          </p:cNvPr>
          <p:cNvCxnSpPr>
            <a:cxnSpLocks/>
          </p:cNvCxnSpPr>
          <p:nvPr userDrawn="1"/>
        </p:nvCxnSpPr>
        <p:spPr>
          <a:xfrm>
            <a:off x="1176559" y="3332422"/>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176558" y="337705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FBA8527-2F9F-46AE-A168-2E369F0A4E4C}"/>
              </a:ext>
              <a:ext uri="{C183D7F6-B498-43B3-948B-1728B52AA6E4}">
                <adec:decorative xmlns:adec="http://schemas.microsoft.com/office/drawing/2017/decorative" val="1"/>
              </a:ext>
            </a:extLst>
          </p:cNvPr>
          <p:cNvCxnSpPr>
            <a:cxnSpLocks/>
          </p:cNvCxnSpPr>
          <p:nvPr userDrawn="1"/>
        </p:nvCxnSpPr>
        <p:spPr>
          <a:xfrm>
            <a:off x="1176559" y="4093775"/>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176558" y="4138512"/>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5534956" y="109267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1" name="Straight Connector 20">
            <a:extLst>
              <a:ext uri="{FF2B5EF4-FFF2-40B4-BE49-F238E27FC236}">
                <a16:creationId xmlns:a16="http://schemas.microsoft.com/office/drawing/2014/main" id="{8B458FFC-8336-43D5-A0E5-A4CEF85D5F6D}"/>
              </a:ext>
              <a:ext uri="{C183D7F6-B498-43B3-948B-1728B52AA6E4}">
                <adec:decorative xmlns:adec="http://schemas.microsoft.com/office/drawing/2017/decorative" val="1"/>
              </a:ext>
            </a:extLst>
          </p:cNvPr>
          <p:cNvCxnSpPr>
            <a:cxnSpLocks/>
          </p:cNvCxnSpPr>
          <p:nvPr userDrawn="1"/>
        </p:nvCxnSpPr>
        <p:spPr>
          <a:xfrm>
            <a:off x="5534959" y="180971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5534956" y="185413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2" name="Straight Connector 21">
            <a:extLst>
              <a:ext uri="{FF2B5EF4-FFF2-40B4-BE49-F238E27FC236}">
                <a16:creationId xmlns:a16="http://schemas.microsoft.com/office/drawing/2014/main" id="{A8128678-7D34-47E0-BE94-ECE7CD383DD9}"/>
              </a:ext>
              <a:ext uri="{C183D7F6-B498-43B3-948B-1728B52AA6E4}">
                <adec:decorative xmlns:adec="http://schemas.microsoft.com/office/drawing/2017/decorative" val="1"/>
              </a:ext>
            </a:extLst>
          </p:cNvPr>
          <p:cNvCxnSpPr>
            <a:cxnSpLocks/>
          </p:cNvCxnSpPr>
          <p:nvPr userDrawn="1"/>
        </p:nvCxnSpPr>
        <p:spPr>
          <a:xfrm>
            <a:off x="5534959" y="2571069"/>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5534956" y="261559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3" name="Straight Connector 22">
            <a:extLst>
              <a:ext uri="{FF2B5EF4-FFF2-40B4-BE49-F238E27FC236}">
                <a16:creationId xmlns:a16="http://schemas.microsoft.com/office/drawing/2014/main" id="{70E98085-E858-4C10-983A-14182332938A}"/>
              </a:ext>
              <a:ext uri="{C183D7F6-B498-43B3-948B-1728B52AA6E4}">
                <adec:decorative xmlns:adec="http://schemas.microsoft.com/office/drawing/2017/decorative" val="1"/>
              </a:ext>
            </a:extLst>
          </p:cNvPr>
          <p:cNvCxnSpPr>
            <a:cxnSpLocks/>
          </p:cNvCxnSpPr>
          <p:nvPr userDrawn="1"/>
        </p:nvCxnSpPr>
        <p:spPr>
          <a:xfrm>
            <a:off x="5534959" y="3332422"/>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2" name="Text Placeholder 4">
            <a:extLst>
              <a:ext uri="{FF2B5EF4-FFF2-40B4-BE49-F238E27FC236}">
                <a16:creationId xmlns:a16="http://schemas.microsoft.com/office/drawing/2014/main" id="{234777AC-02E0-4220-86CD-507697625215}"/>
              </a:ext>
            </a:extLst>
          </p:cNvPr>
          <p:cNvSpPr>
            <a:spLocks noGrp="1"/>
          </p:cNvSpPr>
          <p:nvPr>
            <p:ph type="body" sz="quarter" idx="34" hasCustomPrompt="1"/>
          </p:nvPr>
        </p:nvSpPr>
        <p:spPr>
          <a:xfrm>
            <a:off x="5534956" y="337705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4" name="Straight Connector 23">
            <a:extLst>
              <a:ext uri="{FF2B5EF4-FFF2-40B4-BE49-F238E27FC236}">
                <a16:creationId xmlns:a16="http://schemas.microsoft.com/office/drawing/2014/main" id="{683B0E2A-4AAD-468F-8AFA-306B72CCD47E}"/>
              </a:ext>
              <a:ext uri="{C183D7F6-B498-43B3-948B-1728B52AA6E4}">
                <adec:decorative xmlns:adec="http://schemas.microsoft.com/office/drawing/2017/decorative" val="1"/>
              </a:ext>
            </a:extLst>
          </p:cNvPr>
          <p:cNvCxnSpPr>
            <a:cxnSpLocks/>
          </p:cNvCxnSpPr>
          <p:nvPr userDrawn="1"/>
        </p:nvCxnSpPr>
        <p:spPr>
          <a:xfrm>
            <a:off x="5534959" y="4093775"/>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3" name="Text Placeholder 4">
            <a:extLst>
              <a:ext uri="{FF2B5EF4-FFF2-40B4-BE49-F238E27FC236}">
                <a16:creationId xmlns:a16="http://schemas.microsoft.com/office/drawing/2014/main" id="{74535A38-66F8-4A7C-9C33-D0D74D7212FB}"/>
              </a:ext>
            </a:extLst>
          </p:cNvPr>
          <p:cNvSpPr>
            <a:spLocks noGrp="1"/>
          </p:cNvSpPr>
          <p:nvPr>
            <p:ph type="body" sz="quarter" idx="35" hasCustomPrompt="1"/>
          </p:nvPr>
        </p:nvSpPr>
        <p:spPr>
          <a:xfrm>
            <a:off x="5534956" y="4138512"/>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Tree>
    <p:extLst>
      <p:ext uri="{BB962C8B-B14F-4D97-AF65-F5344CB8AC3E}">
        <p14:creationId xmlns:p14="http://schemas.microsoft.com/office/powerpoint/2010/main" val="1311393085"/>
      </p:ext>
    </p:extLst>
  </p:cSld>
  <p:clrMapOvr>
    <a:masterClrMapping/>
  </p:clrMapOvr>
  <p:transition>
    <p:fade/>
  </p:transition>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Two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313983" y="1092992"/>
            <a:ext cx="4184200"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313982" y="1971147"/>
            <a:ext cx="4171637"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4672014" y="1971147"/>
            <a:ext cx="4154506"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4646919" y="1092992"/>
            <a:ext cx="4179601"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313982" y="2748347"/>
            <a:ext cx="4171637"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4672014" y="2748348"/>
            <a:ext cx="4154506"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313982" y="3525549"/>
            <a:ext cx="4171637"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4672014" y="3525549"/>
            <a:ext cx="4154506"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userDrawn="1"/>
        </p:nvCxnSpPr>
        <p:spPr>
          <a:xfrm>
            <a:off x="313982" y="2649525"/>
            <a:ext cx="418419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userDrawn="1"/>
        </p:nvCxnSpPr>
        <p:spPr>
          <a:xfrm>
            <a:off x="313982" y="3426725"/>
            <a:ext cx="418419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userDrawn="1">
            <p:ph type="title"/>
          </p:nvPr>
        </p:nvSpPr>
        <p:spPr>
          <a:xfrm>
            <a:off x="313982" y="330371"/>
            <a:ext cx="8505951" cy="510147"/>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userDrawn="1"/>
        </p:nvCxnSpPr>
        <p:spPr>
          <a:xfrm>
            <a:off x="4672012" y="2649525"/>
            <a:ext cx="415399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userDrawn="1"/>
        </p:nvCxnSpPr>
        <p:spPr>
          <a:xfrm>
            <a:off x="4672012" y="3426725"/>
            <a:ext cx="415399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6660312"/>
      </p:ext>
    </p:extLst>
  </p:cSld>
  <p:clrMapOvr>
    <a:masterClrMapping/>
  </p:clrMapOvr>
  <p:transition>
    <p:fade/>
  </p:transition>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three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313982" y="1092992"/>
            <a:ext cx="2721959"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313983" y="1971147"/>
            <a:ext cx="2713786"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3227364" y="1092992"/>
            <a:ext cx="2721959"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7" name="Text Placeholder 4"/>
          <p:cNvSpPr>
            <a:spLocks noGrp="1"/>
          </p:cNvSpPr>
          <p:nvPr>
            <p:ph type="body" sz="quarter" idx="18" hasCustomPrompt="1"/>
          </p:nvPr>
        </p:nvSpPr>
        <p:spPr>
          <a:xfrm>
            <a:off x="3227365" y="1971147"/>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120904" y="1971147"/>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104560" y="1092992"/>
            <a:ext cx="2721959"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313983" y="2748347"/>
            <a:ext cx="2713786"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3" name="Text Placeholder 4">
            <a:extLst>
              <a:ext uri="{FF2B5EF4-FFF2-40B4-BE49-F238E27FC236}">
                <a16:creationId xmlns:a16="http://schemas.microsoft.com/office/drawing/2014/main" id="{79BC4586-7FC3-4659-9310-CCDD1B8FB8A1}"/>
              </a:ext>
            </a:extLst>
          </p:cNvPr>
          <p:cNvSpPr>
            <a:spLocks noGrp="1"/>
          </p:cNvSpPr>
          <p:nvPr>
            <p:ph type="body" sz="quarter" idx="29" hasCustomPrompt="1"/>
          </p:nvPr>
        </p:nvSpPr>
        <p:spPr>
          <a:xfrm>
            <a:off x="3227365" y="2748348"/>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6120904" y="2748348"/>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313983" y="3525549"/>
            <a:ext cx="2713786"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8" name="Text Placeholder 4">
            <a:extLst>
              <a:ext uri="{FF2B5EF4-FFF2-40B4-BE49-F238E27FC236}">
                <a16:creationId xmlns:a16="http://schemas.microsoft.com/office/drawing/2014/main" id="{284BF132-1328-44E8-A629-D64096388C74}"/>
              </a:ext>
            </a:extLst>
          </p:cNvPr>
          <p:cNvSpPr>
            <a:spLocks noGrp="1"/>
          </p:cNvSpPr>
          <p:nvPr>
            <p:ph type="body" sz="quarter" idx="32" hasCustomPrompt="1"/>
          </p:nvPr>
        </p:nvSpPr>
        <p:spPr>
          <a:xfrm>
            <a:off x="3227365" y="3525549"/>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6120904" y="3525549"/>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userDrawn="1"/>
        </p:nvCxnSpPr>
        <p:spPr>
          <a:xfrm>
            <a:off x="313984" y="2649525"/>
            <a:ext cx="272516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userDrawn="1"/>
        </p:nvCxnSpPr>
        <p:spPr>
          <a:xfrm>
            <a:off x="313984" y="3426725"/>
            <a:ext cx="272516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BF3C7B5-A8EA-4ECD-A968-2546248701F3}"/>
              </a:ext>
              <a:ext uri="{C183D7F6-B498-43B3-948B-1728B52AA6E4}">
                <adec:decorative xmlns:adec="http://schemas.microsoft.com/office/drawing/2017/decorative" val="1"/>
              </a:ext>
            </a:extLst>
          </p:cNvPr>
          <p:cNvCxnSpPr>
            <a:cxnSpLocks/>
          </p:cNvCxnSpPr>
          <p:nvPr userDrawn="1"/>
        </p:nvCxnSpPr>
        <p:spPr>
          <a:xfrm>
            <a:off x="3227785" y="26495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14FEAA1-EB50-4B84-96EB-E171DE39A0A8}"/>
              </a:ext>
              <a:ext uri="{C183D7F6-B498-43B3-948B-1728B52AA6E4}">
                <adec:decorative xmlns:adec="http://schemas.microsoft.com/office/drawing/2017/decorative" val="1"/>
              </a:ext>
            </a:extLst>
          </p:cNvPr>
          <p:cNvCxnSpPr>
            <a:cxnSpLocks/>
          </p:cNvCxnSpPr>
          <p:nvPr userDrawn="1"/>
        </p:nvCxnSpPr>
        <p:spPr>
          <a:xfrm>
            <a:off x="3227785" y="34267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userDrawn="1">
            <p:ph type="title"/>
          </p:nvPr>
        </p:nvSpPr>
        <p:spPr>
          <a:xfrm>
            <a:off x="313982" y="330371"/>
            <a:ext cx="8505951" cy="510147"/>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userDrawn="1"/>
        </p:nvCxnSpPr>
        <p:spPr>
          <a:xfrm>
            <a:off x="6120903" y="26495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userDrawn="1"/>
        </p:nvCxnSpPr>
        <p:spPr>
          <a:xfrm>
            <a:off x="6120903" y="34267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9666251"/>
      </p:ext>
    </p:extLst>
  </p:cSld>
  <p:clrMapOvr>
    <a:masterClrMapping/>
  </p:clrMapOvr>
  <p:transition>
    <p:fade/>
  </p:transition>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Title with graphic">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313981" y="1092993"/>
            <a:ext cx="2579405" cy="2579405"/>
          </a:xfrm>
          <a:prstGeom prst="ellipse">
            <a:avLst/>
          </a:prstGeom>
          <a:solidFill>
            <a:schemeClr val="bg1">
              <a:lumMod val="95000"/>
            </a:schemeClr>
          </a:solidFill>
        </p:spPr>
        <p:txBody>
          <a:bodyPr tIns="0" rIns="0" bIns="0" anchor="ctr">
            <a:noAutofit/>
          </a:bodyPr>
          <a:lstStyle>
            <a:lvl1pPr algn="ctr">
              <a:defRPr sz="2059"/>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3277255" y="1092993"/>
            <a:ext cx="2579405" cy="2579405"/>
          </a:xfrm>
          <a:prstGeom prst="ellipse">
            <a:avLst/>
          </a:prstGeom>
          <a:solidFill>
            <a:schemeClr val="bg1">
              <a:lumMod val="95000"/>
            </a:schemeClr>
          </a:solidFill>
        </p:spPr>
        <p:txBody>
          <a:bodyPr tIns="0" rIns="0" bIns="0" anchor="ctr">
            <a:noAutofit/>
          </a:bodyPr>
          <a:lstStyle>
            <a:lvl1pPr algn="ctr">
              <a:defRPr sz="2059"/>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6240529" y="1092993"/>
            <a:ext cx="2579405" cy="2579405"/>
          </a:xfrm>
          <a:prstGeom prst="ellipse">
            <a:avLst/>
          </a:prstGeom>
          <a:solidFill>
            <a:schemeClr val="bg1">
              <a:lumMod val="95000"/>
            </a:schemeClr>
          </a:solidFill>
        </p:spPr>
        <p:txBody>
          <a:bodyPr tIns="0" rIns="0" bIns="0" anchor="ctr">
            <a:noAutofit/>
          </a:bodyPr>
          <a:lstStyle>
            <a:lvl1pPr algn="ctr">
              <a:defRPr sz="2059"/>
            </a:lvl1pPr>
          </a:lstStyle>
          <a:p>
            <a:pPr lvl="0"/>
            <a:r>
              <a:rPr lang="en-US"/>
              <a:t>Click to edit Master text styles</a:t>
            </a:r>
          </a:p>
        </p:txBody>
      </p:sp>
    </p:spTree>
    <p:extLst>
      <p:ext uri="{BB962C8B-B14F-4D97-AF65-F5344CB8AC3E}">
        <p14:creationId xmlns:p14="http://schemas.microsoft.com/office/powerpoint/2010/main" val="2521425719"/>
      </p:ext>
    </p:extLst>
  </p:cSld>
  <p:clrMapOvr>
    <a:masterClrMapping/>
  </p:clrMapOvr>
  <p:transition>
    <p:fade/>
  </p:transition>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Title with graphic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313982"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2041963"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3769943"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7" name="Text Placeholder 3">
            <a:extLst>
              <a:ext uri="{FF2B5EF4-FFF2-40B4-BE49-F238E27FC236}">
                <a16:creationId xmlns:a16="http://schemas.microsoft.com/office/drawing/2014/main" id="{FFCA379A-FFA6-4179-AD94-3B9D20DBAA50}"/>
              </a:ext>
            </a:extLst>
          </p:cNvPr>
          <p:cNvSpPr>
            <a:spLocks noGrp="1"/>
          </p:cNvSpPr>
          <p:nvPr>
            <p:ph type="body" sz="quarter" idx="13"/>
          </p:nvPr>
        </p:nvSpPr>
        <p:spPr>
          <a:xfrm>
            <a:off x="5497924"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8" name="Text Placeholder 3">
            <a:extLst>
              <a:ext uri="{FF2B5EF4-FFF2-40B4-BE49-F238E27FC236}">
                <a16:creationId xmlns:a16="http://schemas.microsoft.com/office/drawing/2014/main" id="{86EE9769-6679-49C8-860D-5CACDB09DBD2}"/>
              </a:ext>
            </a:extLst>
          </p:cNvPr>
          <p:cNvSpPr>
            <a:spLocks noGrp="1"/>
          </p:cNvSpPr>
          <p:nvPr>
            <p:ph type="body" sz="quarter" idx="14"/>
          </p:nvPr>
        </p:nvSpPr>
        <p:spPr>
          <a:xfrm>
            <a:off x="7225906"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3293013160"/>
      </p:ext>
    </p:extLst>
  </p:cSld>
  <p:clrMapOvr>
    <a:masterClrMapping/>
  </p:clrMapOvr>
  <p:transition>
    <p:fade/>
  </p:transition>
</p:sldLayout>
</file>

<file path=ppt/slideLayouts/slideLayout146.xml><?xml version="1.0" encoding="utf-8"?>
<p:sldLayout xmlns:a="http://schemas.openxmlformats.org/drawingml/2006/main" xmlns:r="http://schemas.openxmlformats.org/officeDocument/2006/relationships" xmlns:p="http://schemas.openxmlformats.org/presentationml/2006/main" showMasterSp="0" preserve="1" userDrawn="1">
  <p:cSld name="Closing slide">
    <p:bg>
      <p:bgPr>
        <a:solidFill>
          <a:srgbClr val="243A5E"/>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17929151"/>
      </p:ext>
    </p:extLst>
  </p:cSld>
  <p:clrMapOvr>
    <a:masterClrMapping/>
  </p:clrMapOvr>
  <p:transition>
    <p:fade/>
  </p:transition>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preserve="1" userDrawn="1">
  <p:cSld name="Section divider">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1FDE817-4581-481C-9C54-D23C2F82ACA3}"/>
              </a:ext>
            </a:extLst>
          </p:cNvPr>
          <p:cNvSpPr>
            <a:spLocks noGrp="1"/>
          </p:cNvSpPr>
          <p:nvPr>
            <p:ph type="title" hasCustomPrompt="1"/>
          </p:nvPr>
        </p:nvSpPr>
        <p:spPr>
          <a:xfrm>
            <a:off x="438913" y="2392032"/>
            <a:ext cx="6669456" cy="359436"/>
          </a:xfrm>
          <a:noFill/>
        </p:spPr>
        <p:txBody>
          <a:bodyPr wrap="square" lIns="0" tIns="0" rIns="0" bIns="0" anchor="ctr" anchorCtr="0">
            <a:spAutoFit/>
          </a:bodyPr>
          <a:lstStyle>
            <a:lvl1pPr algn="l" defTabSz="685807" rtl="0" eaLnBrk="1" latinLnBrk="0" hangingPunct="1">
              <a:lnSpc>
                <a:spcPct val="90000"/>
              </a:lnSpc>
              <a:spcBef>
                <a:spcPct val="0"/>
              </a:spcBef>
              <a:buNone/>
              <a:defRPr lang="en-US" sz="2595" b="0" kern="1200" cap="none" spc="-37" baseline="0" dirty="0">
                <a:ln w="3175">
                  <a:noFill/>
                </a:ln>
                <a:solidFill>
                  <a:schemeClr val="bg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1907920579"/>
      </p:ext>
    </p:extLst>
  </p:cSld>
  <p:clrMapOvr>
    <a:masterClrMapping/>
  </p:clrMapOvr>
  <p:transition>
    <p:fade/>
  </p:transition>
</p:sldLayout>
</file>

<file path=ppt/slideLayouts/slideLayout148.xml><?xml version="1.0" encoding="utf-8"?>
<p:sldLayout xmlns:a="http://schemas.openxmlformats.org/drawingml/2006/main" xmlns:r="http://schemas.openxmlformats.org/officeDocument/2006/relationships" xmlns:p="http://schemas.openxmlformats.org/presentationml/2006/main" showMasterSp="0" preserve="1">
  <p:cSld name="3_Title">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41996" y="2420867"/>
            <a:ext cx="1843040" cy="301769"/>
          </a:xfrm>
          <a:prstGeom prst="rect">
            <a:avLst/>
          </a:prstGeom>
        </p:spPr>
        <p:txBody>
          <a:bodyPr wrap="square" lIns="0" tIns="0" rIns="0" bIns="0" anchor="ctr">
            <a:spAutoFit/>
          </a:bodyPr>
          <a:lstStyle>
            <a:lvl1pPr>
              <a:lnSpc>
                <a:spcPts val="2307"/>
              </a:lnSpc>
              <a:defRPr sz="2019" strike="noStrike">
                <a:solidFill>
                  <a:schemeClr val="bg1"/>
                </a:solidFill>
              </a:defRPr>
            </a:lvl1pPr>
          </a:lstStyle>
          <a:p>
            <a:r>
              <a:rPr lang="en-US"/>
              <a:t>Title</a:t>
            </a:r>
          </a:p>
        </p:txBody>
      </p:sp>
      <p:sp>
        <p:nvSpPr>
          <p:cNvPr id="3" name="Footer Placeholder 1">
            <a:extLst>
              <a:ext uri="{FF2B5EF4-FFF2-40B4-BE49-F238E27FC236}">
                <a16:creationId xmlns:a16="http://schemas.microsoft.com/office/drawing/2014/main" id="{43F30B39-D760-4B18-A167-D47C32BD5B77}"/>
              </a:ext>
            </a:extLst>
          </p:cNvPr>
          <p:cNvSpPr txBox="1">
            <a:spLocks/>
          </p:cNvSpPr>
          <p:nvPr userDrawn="1"/>
        </p:nvSpPr>
        <p:spPr>
          <a:xfrm>
            <a:off x="6710187" y="4842397"/>
            <a:ext cx="2433814" cy="99899"/>
          </a:xfrm>
          <a:prstGeom prst="rect">
            <a:avLst/>
          </a:prstGeom>
        </p:spPr>
        <p:txBody>
          <a:bodyPr vert="horz" wrap="square"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49" dirty="0"/>
          </a:p>
        </p:txBody>
      </p:sp>
    </p:spTree>
    <p:extLst>
      <p:ext uri="{BB962C8B-B14F-4D97-AF65-F5344CB8AC3E}">
        <p14:creationId xmlns:p14="http://schemas.microsoft.com/office/powerpoint/2010/main" val="2340679720"/>
      </p:ext>
    </p:extLst>
  </p:cSld>
  <p:clrMapOvr>
    <a:masterClrMapping/>
  </p:clrMapOvr>
  <p:transition>
    <p:fade/>
  </p:transition>
</p:sldLayout>
</file>

<file path=ppt/slideLayouts/slideLayout149.xml><?xml version="1.0" encoding="utf-8"?>
<p:sldLayout xmlns:a="http://schemas.openxmlformats.org/drawingml/2006/main" xmlns:r="http://schemas.openxmlformats.org/officeDocument/2006/relationships" xmlns:p="http://schemas.openxmlformats.org/presentationml/2006/main" type="tx" preserve="1">
  <p:cSld name="1_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313982" y="1092674"/>
            <a:ext cx="8505951" cy="14757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55376881"/>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p:cSld name="Section title 2">
    <p:bg>
      <p:bgPr>
        <a:solidFill>
          <a:schemeClr val="bg2"/>
        </a:solidFill>
        <a:effectLst/>
      </p:bgPr>
    </p:bg>
    <p:spTree>
      <p:nvGrpSpPr>
        <p:cNvPr id="1" name=""/>
        <p:cNvGrpSpPr/>
        <p:nvPr/>
      </p:nvGrpSpPr>
      <p:grpSpPr>
        <a:xfrm>
          <a:off x="0" y="0"/>
          <a:ext cx="0" cy="0"/>
          <a:chOff x="0" y="0"/>
          <a:chExt cx="0" cy="0"/>
        </a:xfrm>
      </p:grpSpPr>
      <p:sp>
        <p:nvSpPr>
          <p:cNvPr id="3" name="Title 35"/>
          <p:cNvSpPr>
            <a:spLocks noGrp="1"/>
          </p:cNvSpPr>
          <p:nvPr>
            <p:ph type="title" hasCustomPrompt="1"/>
          </p:nvPr>
        </p:nvSpPr>
        <p:spPr>
          <a:xfrm>
            <a:off x="341996" y="706270"/>
            <a:ext cx="5590982" cy="2668643"/>
          </a:xfrm>
          <a:prstGeom prst="rect">
            <a:avLst/>
          </a:prstGeom>
          <a:noFill/>
        </p:spPr>
        <p:txBody>
          <a:bodyPr vert="horz" wrap="square" lIns="0" tIns="0" rIns="0" bIns="0" rtlCol="0" anchor="t" anchorCtr="0">
            <a:noAutofit/>
          </a:bodyPr>
          <a:lstStyle>
            <a:lvl1pPr>
              <a:defRPr lang="en-US" sz="3460" spc="-36" baseline="0" dirty="0">
                <a:solidFill>
                  <a:srgbClr val="FFFFFF"/>
                </a:solidFill>
              </a:defRPr>
            </a:lvl1pPr>
          </a:lstStyle>
          <a:p>
            <a:pPr marL="0" lvl="0">
              <a:lnSpc>
                <a:spcPts val="4037"/>
              </a:lnSpc>
            </a:pPr>
            <a:r>
              <a:rPr lang="en-US"/>
              <a:t>Section title</a:t>
            </a:r>
          </a:p>
        </p:txBody>
      </p:sp>
    </p:spTree>
    <p:extLst>
      <p:ext uri="{BB962C8B-B14F-4D97-AF65-F5344CB8AC3E}">
        <p14:creationId xmlns:p14="http://schemas.microsoft.com/office/powerpoint/2010/main" val="393433723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33023235"/>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4">
          <p15:clr>
            <a:srgbClr val="5ACBF0"/>
          </p15:clr>
        </p15:guide>
        <p15:guide id="3" orient="horz" pos="288">
          <p15:clr>
            <a:srgbClr val="5ACBF0"/>
          </p15:clr>
        </p15:guide>
      </p15:sldGuideLst>
    </p:ext>
  </p:extLs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89" Type="http://schemas.openxmlformats.org/officeDocument/2006/relationships/slideLayout" Target="../slideLayouts/slideLayout89.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102" Type="http://schemas.openxmlformats.org/officeDocument/2006/relationships/slideLayout" Target="../slideLayouts/slideLayout102.xml"/><Relationship Id="rId5" Type="http://schemas.openxmlformats.org/officeDocument/2006/relationships/slideLayout" Target="../slideLayouts/slideLayout5.xml"/><Relationship Id="rId90" Type="http://schemas.openxmlformats.org/officeDocument/2006/relationships/slideLayout" Target="../slideLayouts/slideLayout90.xml"/><Relationship Id="rId95" Type="http://schemas.openxmlformats.org/officeDocument/2006/relationships/slideLayout" Target="../slideLayouts/slideLayout95.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103"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91" Type="http://schemas.openxmlformats.org/officeDocument/2006/relationships/slideLayout" Target="../slideLayouts/slideLayout91.xml"/><Relationship Id="rId96" Type="http://schemas.openxmlformats.org/officeDocument/2006/relationships/slideLayout" Target="../slideLayouts/slideLayout96.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94" Type="http://schemas.openxmlformats.org/officeDocument/2006/relationships/slideLayout" Target="../slideLayouts/slideLayout94.xml"/><Relationship Id="rId99" Type="http://schemas.openxmlformats.org/officeDocument/2006/relationships/slideLayout" Target="../slideLayouts/slideLayout99.xml"/><Relationship Id="rId101" Type="http://schemas.openxmlformats.org/officeDocument/2006/relationships/slideLayout" Target="../slideLayouts/slideLayout10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97" Type="http://schemas.openxmlformats.org/officeDocument/2006/relationships/slideLayout" Target="../slideLayouts/slideLayout97.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 Id="rId100" Type="http://schemas.openxmlformats.org/officeDocument/2006/relationships/slideLayout" Target="../slideLayouts/slideLayout100.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93" Type="http://schemas.openxmlformats.org/officeDocument/2006/relationships/slideLayout" Target="../slideLayouts/slideLayout93.xml"/><Relationship Id="rId98" Type="http://schemas.openxmlformats.org/officeDocument/2006/relationships/slideLayout" Target="../slideLayouts/slideLayout98.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115.xml"/><Relationship Id="rId18" Type="http://schemas.openxmlformats.org/officeDocument/2006/relationships/slideLayout" Target="../slideLayouts/slideLayout120.xml"/><Relationship Id="rId26" Type="http://schemas.openxmlformats.org/officeDocument/2006/relationships/slideLayout" Target="../slideLayouts/slideLayout128.xml"/><Relationship Id="rId39" Type="http://schemas.openxmlformats.org/officeDocument/2006/relationships/slideLayout" Target="../slideLayouts/slideLayout141.xml"/><Relationship Id="rId21" Type="http://schemas.openxmlformats.org/officeDocument/2006/relationships/slideLayout" Target="../slideLayouts/slideLayout123.xml"/><Relationship Id="rId34" Type="http://schemas.openxmlformats.org/officeDocument/2006/relationships/slideLayout" Target="../slideLayouts/slideLayout136.xml"/><Relationship Id="rId42" Type="http://schemas.openxmlformats.org/officeDocument/2006/relationships/slideLayout" Target="../slideLayouts/slideLayout144.xml"/><Relationship Id="rId47" Type="http://schemas.openxmlformats.org/officeDocument/2006/relationships/slideLayout" Target="../slideLayouts/slideLayout149.xml"/><Relationship Id="rId50" Type="http://schemas.openxmlformats.org/officeDocument/2006/relationships/theme" Target="../theme/theme2.xml"/><Relationship Id="rId7" Type="http://schemas.openxmlformats.org/officeDocument/2006/relationships/slideLayout" Target="../slideLayouts/slideLayout109.xml"/><Relationship Id="rId2" Type="http://schemas.openxmlformats.org/officeDocument/2006/relationships/slideLayout" Target="../slideLayouts/slideLayout104.xml"/><Relationship Id="rId16" Type="http://schemas.openxmlformats.org/officeDocument/2006/relationships/slideLayout" Target="../slideLayouts/slideLayout118.xml"/><Relationship Id="rId29" Type="http://schemas.openxmlformats.org/officeDocument/2006/relationships/slideLayout" Target="../slideLayouts/slideLayout131.xml"/><Relationship Id="rId11" Type="http://schemas.openxmlformats.org/officeDocument/2006/relationships/slideLayout" Target="../slideLayouts/slideLayout113.xml"/><Relationship Id="rId24" Type="http://schemas.openxmlformats.org/officeDocument/2006/relationships/slideLayout" Target="../slideLayouts/slideLayout126.xml"/><Relationship Id="rId32" Type="http://schemas.openxmlformats.org/officeDocument/2006/relationships/slideLayout" Target="../slideLayouts/slideLayout134.xml"/><Relationship Id="rId37" Type="http://schemas.openxmlformats.org/officeDocument/2006/relationships/slideLayout" Target="../slideLayouts/slideLayout139.xml"/><Relationship Id="rId40" Type="http://schemas.openxmlformats.org/officeDocument/2006/relationships/slideLayout" Target="../slideLayouts/slideLayout142.xml"/><Relationship Id="rId45" Type="http://schemas.openxmlformats.org/officeDocument/2006/relationships/slideLayout" Target="../slideLayouts/slideLayout147.xml"/><Relationship Id="rId5" Type="http://schemas.openxmlformats.org/officeDocument/2006/relationships/slideLayout" Target="../slideLayouts/slideLayout107.xml"/><Relationship Id="rId15" Type="http://schemas.openxmlformats.org/officeDocument/2006/relationships/slideLayout" Target="../slideLayouts/slideLayout117.xml"/><Relationship Id="rId23" Type="http://schemas.openxmlformats.org/officeDocument/2006/relationships/slideLayout" Target="../slideLayouts/slideLayout125.xml"/><Relationship Id="rId28" Type="http://schemas.openxmlformats.org/officeDocument/2006/relationships/slideLayout" Target="../slideLayouts/slideLayout130.xml"/><Relationship Id="rId36" Type="http://schemas.openxmlformats.org/officeDocument/2006/relationships/slideLayout" Target="../slideLayouts/slideLayout138.xml"/><Relationship Id="rId49" Type="http://schemas.openxmlformats.org/officeDocument/2006/relationships/slideLayout" Target="../slideLayouts/slideLayout151.xml"/><Relationship Id="rId10" Type="http://schemas.openxmlformats.org/officeDocument/2006/relationships/slideLayout" Target="../slideLayouts/slideLayout112.xml"/><Relationship Id="rId19" Type="http://schemas.openxmlformats.org/officeDocument/2006/relationships/slideLayout" Target="../slideLayouts/slideLayout121.xml"/><Relationship Id="rId31" Type="http://schemas.openxmlformats.org/officeDocument/2006/relationships/slideLayout" Target="../slideLayouts/slideLayout133.xml"/><Relationship Id="rId44" Type="http://schemas.openxmlformats.org/officeDocument/2006/relationships/slideLayout" Target="../slideLayouts/slideLayout146.xml"/><Relationship Id="rId4" Type="http://schemas.openxmlformats.org/officeDocument/2006/relationships/slideLayout" Target="../slideLayouts/slideLayout106.xml"/><Relationship Id="rId9" Type="http://schemas.openxmlformats.org/officeDocument/2006/relationships/slideLayout" Target="../slideLayouts/slideLayout111.xml"/><Relationship Id="rId14" Type="http://schemas.openxmlformats.org/officeDocument/2006/relationships/slideLayout" Target="../slideLayouts/slideLayout116.xml"/><Relationship Id="rId22" Type="http://schemas.openxmlformats.org/officeDocument/2006/relationships/slideLayout" Target="../slideLayouts/slideLayout124.xml"/><Relationship Id="rId27" Type="http://schemas.openxmlformats.org/officeDocument/2006/relationships/slideLayout" Target="../slideLayouts/slideLayout129.xml"/><Relationship Id="rId30" Type="http://schemas.openxmlformats.org/officeDocument/2006/relationships/slideLayout" Target="../slideLayouts/slideLayout132.xml"/><Relationship Id="rId35" Type="http://schemas.openxmlformats.org/officeDocument/2006/relationships/slideLayout" Target="../slideLayouts/slideLayout137.xml"/><Relationship Id="rId43" Type="http://schemas.openxmlformats.org/officeDocument/2006/relationships/slideLayout" Target="../slideLayouts/slideLayout145.xml"/><Relationship Id="rId48" Type="http://schemas.openxmlformats.org/officeDocument/2006/relationships/slideLayout" Target="../slideLayouts/slideLayout150.xml"/><Relationship Id="rId8" Type="http://schemas.openxmlformats.org/officeDocument/2006/relationships/slideLayout" Target="../slideLayouts/slideLayout110.xml"/><Relationship Id="rId3" Type="http://schemas.openxmlformats.org/officeDocument/2006/relationships/slideLayout" Target="../slideLayouts/slideLayout105.xml"/><Relationship Id="rId12" Type="http://schemas.openxmlformats.org/officeDocument/2006/relationships/slideLayout" Target="../slideLayouts/slideLayout114.xml"/><Relationship Id="rId17" Type="http://schemas.openxmlformats.org/officeDocument/2006/relationships/slideLayout" Target="../slideLayouts/slideLayout119.xml"/><Relationship Id="rId25" Type="http://schemas.openxmlformats.org/officeDocument/2006/relationships/slideLayout" Target="../slideLayouts/slideLayout127.xml"/><Relationship Id="rId33" Type="http://schemas.openxmlformats.org/officeDocument/2006/relationships/slideLayout" Target="../slideLayouts/slideLayout135.xml"/><Relationship Id="rId38" Type="http://schemas.openxmlformats.org/officeDocument/2006/relationships/slideLayout" Target="../slideLayouts/slideLayout140.xml"/><Relationship Id="rId46" Type="http://schemas.openxmlformats.org/officeDocument/2006/relationships/slideLayout" Target="../slideLayouts/slideLayout148.xml"/><Relationship Id="rId20" Type="http://schemas.openxmlformats.org/officeDocument/2006/relationships/slideLayout" Target="../slideLayouts/slideLayout122.xml"/><Relationship Id="rId41" Type="http://schemas.openxmlformats.org/officeDocument/2006/relationships/slideLayout" Target="../slideLayouts/slideLayout143.xml"/><Relationship Id="rId1" Type="http://schemas.openxmlformats.org/officeDocument/2006/relationships/slideLayout" Target="../slideLayouts/slideLayout103.xml"/><Relationship Id="rId6" Type="http://schemas.openxmlformats.org/officeDocument/2006/relationships/slideLayout" Target="../slideLayouts/slideLayout10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13982" y="330371"/>
            <a:ext cx="8505951" cy="510147"/>
          </a:xfrm>
          <a:prstGeom prst="rect">
            <a:avLst/>
          </a:prstGeom>
        </p:spPr>
        <p:txBody>
          <a:bodyPr vert="horz" wrap="square" lIns="0" tIns="91440" rIns="146304" bIns="91440" rtlCol="0" anchor="t">
            <a:noAutofit/>
          </a:bodyPr>
          <a:lstStyle/>
          <a:p>
            <a:r>
              <a:rPr lang="en-US"/>
              <a:t>Heading Segoe UI </a:t>
            </a:r>
            <a:r>
              <a:rPr lang="en-US" err="1"/>
              <a:t>Semibold</a:t>
            </a:r>
            <a:r>
              <a:rPr lang="en-US"/>
              <a:t> 28/32</a:t>
            </a:r>
          </a:p>
        </p:txBody>
      </p:sp>
      <p:sp>
        <p:nvSpPr>
          <p:cNvPr id="4" name="Text Placeholder 3"/>
          <p:cNvSpPr>
            <a:spLocks noGrp="1"/>
          </p:cNvSpPr>
          <p:nvPr>
            <p:ph type="body" idx="1"/>
          </p:nvPr>
        </p:nvSpPr>
        <p:spPr>
          <a:xfrm>
            <a:off x="313982" y="1092674"/>
            <a:ext cx="8505951" cy="1869743"/>
          </a:xfrm>
          <a:prstGeom prst="rect">
            <a:avLst/>
          </a:prstGeom>
        </p:spPr>
        <p:txBody>
          <a:bodyPr vert="horz" wrap="square" lIns="0" tIns="91440" rIns="146304" bIns="91440" rtlCol="0">
            <a:spAutoFit/>
          </a:bodyPr>
          <a:lstStyle/>
          <a:p>
            <a:pPr lvl="1"/>
            <a:r>
              <a:rPr lang="en-US"/>
              <a:t>Large: subhead Segoe UI Regular 20/24</a:t>
            </a:r>
          </a:p>
          <a:p>
            <a:pPr lvl="2"/>
            <a:r>
              <a:rPr lang="en-US"/>
              <a:t>Medium: paragraph heading Segoe UI </a:t>
            </a:r>
            <a:r>
              <a:rPr lang="en-US" err="1"/>
              <a:t>Semibold</a:t>
            </a:r>
            <a:r>
              <a:rPr lang="en-US"/>
              <a:t> 14/18</a:t>
            </a:r>
          </a:p>
          <a:p>
            <a:pPr lvl="3"/>
            <a:r>
              <a:rPr lang="en-US"/>
              <a:t>Medium: paragraph body copy Segoe UI Regular 14/18</a:t>
            </a:r>
          </a:p>
          <a:p>
            <a:pPr lvl="4"/>
            <a:r>
              <a:rPr lang="en-US"/>
              <a:t>Small: caption heading Segoe UI Bold 10/12</a:t>
            </a:r>
          </a:p>
          <a:p>
            <a:pPr lvl="6"/>
            <a:r>
              <a:rPr lang="en-US"/>
              <a:t>Small: caption body copy Segoe UI Regular 10/12</a:t>
            </a:r>
          </a:p>
          <a:p>
            <a:pPr lvl="6"/>
            <a:endParaRPr lang="en-US"/>
          </a:p>
          <a:p>
            <a:pPr lvl="6"/>
            <a:endParaRPr lang="en-US"/>
          </a:p>
        </p:txBody>
      </p:sp>
    </p:spTree>
    <p:extLst>
      <p:ext uri="{BB962C8B-B14F-4D97-AF65-F5344CB8AC3E}">
        <p14:creationId xmlns:p14="http://schemas.microsoft.com/office/powerpoint/2010/main" val="2494369821"/>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 id="2147483673" r:id="rId23"/>
    <p:sldLayoutId id="2147483674" r:id="rId24"/>
    <p:sldLayoutId id="2147483675" r:id="rId25"/>
    <p:sldLayoutId id="2147483676" r:id="rId26"/>
    <p:sldLayoutId id="2147483677" r:id="rId27"/>
    <p:sldLayoutId id="2147483678" r:id="rId28"/>
    <p:sldLayoutId id="2147483679" r:id="rId29"/>
    <p:sldLayoutId id="2147483680" r:id="rId30"/>
    <p:sldLayoutId id="2147483681" r:id="rId31"/>
    <p:sldLayoutId id="2147483682" r:id="rId32"/>
    <p:sldLayoutId id="2147483683" r:id="rId33"/>
    <p:sldLayoutId id="2147483684" r:id="rId34"/>
    <p:sldLayoutId id="2147483685" r:id="rId35"/>
    <p:sldLayoutId id="2147483686" r:id="rId36"/>
    <p:sldLayoutId id="2147483687" r:id="rId37"/>
    <p:sldLayoutId id="2147483688" r:id="rId38"/>
    <p:sldLayoutId id="2147483689" r:id="rId39"/>
    <p:sldLayoutId id="2147483690" r:id="rId40"/>
    <p:sldLayoutId id="2147483691" r:id="rId41"/>
    <p:sldLayoutId id="2147483692" r:id="rId42"/>
    <p:sldLayoutId id="2147483693" r:id="rId43"/>
    <p:sldLayoutId id="2147483694" r:id="rId44"/>
    <p:sldLayoutId id="2147483695" r:id="rId45"/>
    <p:sldLayoutId id="2147483696" r:id="rId46"/>
    <p:sldLayoutId id="2147483697" r:id="rId47"/>
    <p:sldLayoutId id="2147483698" r:id="rId48"/>
    <p:sldLayoutId id="2147483699" r:id="rId49"/>
    <p:sldLayoutId id="2147483700" r:id="rId50"/>
    <p:sldLayoutId id="2147483701" r:id="rId51"/>
    <p:sldLayoutId id="2147483702" r:id="rId52"/>
    <p:sldLayoutId id="2147483703" r:id="rId53"/>
    <p:sldLayoutId id="2147483704" r:id="rId54"/>
    <p:sldLayoutId id="2147483705" r:id="rId55"/>
    <p:sldLayoutId id="2147483706" r:id="rId56"/>
    <p:sldLayoutId id="2147483707" r:id="rId57"/>
    <p:sldLayoutId id="2147483708" r:id="rId58"/>
    <p:sldLayoutId id="2147483709" r:id="rId59"/>
    <p:sldLayoutId id="2147483710" r:id="rId60"/>
    <p:sldLayoutId id="2147483711" r:id="rId61"/>
    <p:sldLayoutId id="2147483712" r:id="rId62"/>
    <p:sldLayoutId id="2147483713" r:id="rId63"/>
    <p:sldLayoutId id="2147483714" r:id="rId64"/>
    <p:sldLayoutId id="2147483715" r:id="rId65"/>
    <p:sldLayoutId id="2147483716" r:id="rId66"/>
    <p:sldLayoutId id="2147483717" r:id="rId67"/>
    <p:sldLayoutId id="2147483718" r:id="rId68"/>
    <p:sldLayoutId id="2147483719" r:id="rId69"/>
    <p:sldLayoutId id="2147483720" r:id="rId70"/>
    <p:sldLayoutId id="2147483721" r:id="rId71"/>
    <p:sldLayoutId id="2147483722" r:id="rId72"/>
    <p:sldLayoutId id="2147483723" r:id="rId73"/>
    <p:sldLayoutId id="2147483724" r:id="rId74"/>
    <p:sldLayoutId id="2147483725" r:id="rId75"/>
    <p:sldLayoutId id="2147483726" r:id="rId76"/>
    <p:sldLayoutId id="2147483727" r:id="rId77"/>
    <p:sldLayoutId id="2147483728" r:id="rId78"/>
    <p:sldLayoutId id="2147483729" r:id="rId79"/>
    <p:sldLayoutId id="2147483730" r:id="rId80"/>
    <p:sldLayoutId id="2147483731" r:id="rId81"/>
    <p:sldLayoutId id="2147483732" r:id="rId82"/>
    <p:sldLayoutId id="2147483733" r:id="rId83"/>
    <p:sldLayoutId id="2147483734" r:id="rId84"/>
    <p:sldLayoutId id="2147483735" r:id="rId85"/>
    <p:sldLayoutId id="2147483736" r:id="rId86"/>
    <p:sldLayoutId id="2147483737" r:id="rId87"/>
    <p:sldLayoutId id="2147483738" r:id="rId88"/>
    <p:sldLayoutId id="2147483739" r:id="rId89"/>
    <p:sldLayoutId id="2147483740" r:id="rId90"/>
    <p:sldLayoutId id="2147483741" r:id="rId91"/>
    <p:sldLayoutId id="2147483742" r:id="rId92"/>
    <p:sldLayoutId id="2147483743" r:id="rId93"/>
    <p:sldLayoutId id="2147483744" r:id="rId94"/>
    <p:sldLayoutId id="2147483745" r:id="rId95"/>
    <p:sldLayoutId id="2147483746" r:id="rId96"/>
    <p:sldLayoutId id="2147483747" r:id="rId97"/>
    <p:sldLayoutId id="2147483748" r:id="rId98"/>
    <p:sldLayoutId id="2147483749" r:id="rId99"/>
    <p:sldLayoutId id="2147483750" r:id="rId100"/>
    <p:sldLayoutId id="2147483751" r:id="rId101"/>
    <p:sldLayoutId id="2147483752" r:id="rId102"/>
  </p:sldLayoutIdLst>
  <p:transition>
    <p:fade/>
  </p:transition>
  <p:hf sldNum="0" hdr="0" ftr="0" dt="0"/>
  <p:txStyles>
    <p:titleStyle>
      <a:lvl1pPr algn="l" defTabSz="672425" rtl="0" eaLnBrk="1" latinLnBrk="0" hangingPunct="1">
        <a:lnSpc>
          <a:spcPct val="90000"/>
        </a:lnSpc>
        <a:spcBef>
          <a:spcPct val="0"/>
        </a:spcBef>
        <a:buNone/>
        <a:defRPr lang="en-US" sz="2353" b="0" kern="1200" cap="none" spc="-36" baseline="0" dirty="0" smtClean="0">
          <a:ln w="3175">
            <a:noFill/>
          </a:ln>
          <a:solidFill>
            <a:srgbClr val="000000"/>
          </a:solidFill>
          <a:effectLst/>
          <a:latin typeface="+mj-lt"/>
          <a:ea typeface="+mn-ea"/>
          <a:cs typeface="Segoe UI" pitchFamily="34" charset="0"/>
        </a:defRPr>
      </a:lvl1pPr>
    </p:titleStyle>
    <p:bodyStyle>
      <a:lvl1pPr marL="0" marR="0" indent="0" algn="l" defTabSz="672425" rtl="0" eaLnBrk="1" fontAlgn="auto" latinLnBrk="0" hangingPunct="1">
        <a:lnSpc>
          <a:spcPct val="100000"/>
        </a:lnSpc>
        <a:spcBef>
          <a:spcPts val="0"/>
        </a:spcBef>
        <a:spcAft>
          <a:spcPts val="0"/>
        </a:spcAft>
        <a:buClrTx/>
        <a:buSzPct val="90000"/>
        <a:buFont typeface="Wingdings" panose="05000000000000000000" pitchFamily="2" charset="2"/>
        <a:buNone/>
        <a:tabLst/>
        <a:defRPr sz="1730" kern="1200" spc="-36" baseline="0">
          <a:solidFill>
            <a:srgbClr val="000000"/>
          </a:solidFill>
          <a:latin typeface="+mj-lt"/>
          <a:ea typeface="+mn-ea"/>
          <a:cs typeface="+mn-cs"/>
        </a:defRPr>
      </a:lvl1pPr>
      <a:lvl2pPr marL="0" marR="0" indent="0" algn="l" defTabSz="672425" rtl="0" eaLnBrk="1" fontAlgn="auto" latinLnBrk="0" hangingPunct="1">
        <a:lnSpc>
          <a:spcPct val="100000"/>
        </a:lnSpc>
        <a:spcBef>
          <a:spcPts val="288"/>
        </a:spcBef>
        <a:spcAft>
          <a:spcPts val="432"/>
        </a:spcAft>
        <a:buClrTx/>
        <a:buSzPct val="90000"/>
        <a:buFontTx/>
        <a:buNone/>
        <a:tabLst/>
        <a:defRPr sz="1471" kern="1200" spc="0" baseline="0">
          <a:solidFill>
            <a:schemeClr val="tx1"/>
          </a:solidFill>
          <a:latin typeface="+mn-lt"/>
          <a:ea typeface="+mn-ea"/>
          <a:cs typeface="+mn-cs"/>
        </a:defRPr>
      </a:lvl2pPr>
      <a:lvl3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1177" kern="1200" spc="0" baseline="0">
          <a:solidFill>
            <a:schemeClr val="tx1"/>
          </a:solidFill>
          <a:latin typeface="+mj-lt"/>
          <a:ea typeface="+mn-ea"/>
          <a:cs typeface="+mn-cs"/>
        </a:defRPr>
      </a:lvl3pPr>
      <a:lvl4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1177" kern="1200" spc="0" baseline="0">
          <a:solidFill>
            <a:schemeClr val="tx1"/>
          </a:solidFill>
          <a:latin typeface="+mn-lt"/>
          <a:ea typeface="+mn-ea"/>
          <a:cs typeface="+mn-cs"/>
        </a:defRPr>
      </a:lvl4pPr>
      <a:lvl5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882" b="1" kern="1200" spc="0" baseline="0">
          <a:solidFill>
            <a:schemeClr val="tx1"/>
          </a:solidFill>
          <a:latin typeface="+mn-lt"/>
          <a:ea typeface="+mn-ea"/>
          <a:cs typeface="+mn-cs"/>
        </a:defRPr>
      </a:lvl5pPr>
      <a:lvl6pPr marL="1681063" indent="0" algn="l" defTabSz="672425" rtl="0" eaLnBrk="1" latinLnBrk="0" hangingPunct="1">
        <a:spcBef>
          <a:spcPct val="20000"/>
        </a:spcBef>
        <a:buFont typeface="Arial" pitchFamily="34" charset="0"/>
        <a:buNone/>
        <a:defRPr sz="1442" kern="1200">
          <a:solidFill>
            <a:schemeClr val="tx1"/>
          </a:solidFill>
          <a:latin typeface="+mn-lt"/>
          <a:ea typeface="+mn-ea"/>
          <a:cs typeface="+mn-cs"/>
        </a:defRPr>
      </a:lvl6pPr>
      <a:lvl7pPr marL="0" indent="0" algn="l" defTabSz="672425" rtl="0" eaLnBrk="1" latinLnBrk="0" hangingPunct="1">
        <a:lnSpc>
          <a:spcPct val="100000"/>
        </a:lnSpc>
        <a:spcBef>
          <a:spcPts val="288"/>
        </a:spcBef>
        <a:spcAft>
          <a:spcPts val="432"/>
        </a:spcAft>
        <a:buFont typeface="Arial" pitchFamily="34" charset="0"/>
        <a:buNone/>
        <a:defRPr sz="882" kern="1200">
          <a:solidFill>
            <a:schemeClr val="tx1"/>
          </a:solidFill>
          <a:latin typeface="+mn-lt"/>
          <a:ea typeface="+mn-ea"/>
          <a:cs typeface="+mn-cs"/>
        </a:defRPr>
      </a:lvl7pPr>
      <a:lvl8pPr marL="2521596" indent="-168107" algn="l" defTabSz="672425" rtl="0" eaLnBrk="1" latinLnBrk="0" hangingPunct="1">
        <a:spcBef>
          <a:spcPct val="20000"/>
        </a:spcBef>
        <a:buFont typeface="Arial" pitchFamily="34" charset="0"/>
        <a:buChar char="•"/>
        <a:defRPr sz="1442" kern="1200">
          <a:solidFill>
            <a:schemeClr val="tx1"/>
          </a:solidFill>
          <a:latin typeface="+mn-lt"/>
          <a:ea typeface="+mn-ea"/>
          <a:cs typeface="+mn-cs"/>
        </a:defRPr>
      </a:lvl8pPr>
      <a:lvl9pPr marL="2857809" indent="-168107" algn="l" defTabSz="672425" rtl="0" eaLnBrk="1" latinLnBrk="0" hangingPunct="1">
        <a:spcBef>
          <a:spcPct val="20000"/>
        </a:spcBef>
        <a:buFont typeface="Arial" pitchFamily="34" charset="0"/>
        <a:buChar char="•"/>
        <a:defRPr sz="1442" kern="1200">
          <a:solidFill>
            <a:schemeClr val="tx1"/>
          </a:solidFill>
          <a:latin typeface="+mn-lt"/>
          <a:ea typeface="+mn-ea"/>
          <a:cs typeface="+mn-cs"/>
        </a:defRPr>
      </a:lvl9pPr>
    </p:bodyStyle>
    <p:otherStyle>
      <a:defPPr>
        <a:defRPr lang="en-US"/>
      </a:defPPr>
      <a:lvl1pPr marL="0" algn="l" defTabSz="672425" rtl="0" eaLnBrk="1" latinLnBrk="0" hangingPunct="1">
        <a:defRPr sz="1298" kern="1200">
          <a:solidFill>
            <a:schemeClr val="tx1"/>
          </a:solidFill>
          <a:latin typeface="+mn-lt"/>
          <a:ea typeface="+mn-ea"/>
          <a:cs typeface="+mn-cs"/>
        </a:defRPr>
      </a:lvl1pPr>
      <a:lvl2pPr marL="336212" algn="l" defTabSz="672425" rtl="0" eaLnBrk="1" latinLnBrk="0" hangingPunct="1">
        <a:defRPr sz="1298" kern="1200">
          <a:solidFill>
            <a:schemeClr val="tx1"/>
          </a:solidFill>
          <a:latin typeface="+mn-lt"/>
          <a:ea typeface="+mn-ea"/>
          <a:cs typeface="+mn-cs"/>
        </a:defRPr>
      </a:lvl2pPr>
      <a:lvl3pPr marL="672425" algn="l" defTabSz="672425" rtl="0" eaLnBrk="1" latinLnBrk="0" hangingPunct="1">
        <a:defRPr sz="1298" kern="1200">
          <a:solidFill>
            <a:schemeClr val="tx1"/>
          </a:solidFill>
          <a:latin typeface="+mn-lt"/>
          <a:ea typeface="+mn-ea"/>
          <a:cs typeface="+mn-cs"/>
        </a:defRPr>
      </a:lvl3pPr>
      <a:lvl4pPr marL="1008638" algn="l" defTabSz="672425" rtl="0" eaLnBrk="1" latinLnBrk="0" hangingPunct="1">
        <a:defRPr sz="1298" kern="1200">
          <a:solidFill>
            <a:schemeClr val="tx1"/>
          </a:solidFill>
          <a:latin typeface="+mn-lt"/>
          <a:ea typeface="+mn-ea"/>
          <a:cs typeface="+mn-cs"/>
        </a:defRPr>
      </a:lvl4pPr>
      <a:lvl5pPr marL="1344851" algn="l" defTabSz="672425" rtl="0" eaLnBrk="1" latinLnBrk="0" hangingPunct="1">
        <a:defRPr sz="1298" kern="1200">
          <a:solidFill>
            <a:schemeClr val="tx1"/>
          </a:solidFill>
          <a:latin typeface="+mn-lt"/>
          <a:ea typeface="+mn-ea"/>
          <a:cs typeface="+mn-cs"/>
        </a:defRPr>
      </a:lvl5pPr>
      <a:lvl6pPr marL="1681064" algn="l" defTabSz="672425" rtl="0" eaLnBrk="1" latinLnBrk="0" hangingPunct="1">
        <a:defRPr sz="1298" kern="1200">
          <a:solidFill>
            <a:schemeClr val="tx1"/>
          </a:solidFill>
          <a:latin typeface="+mn-lt"/>
          <a:ea typeface="+mn-ea"/>
          <a:cs typeface="+mn-cs"/>
        </a:defRPr>
      </a:lvl6pPr>
      <a:lvl7pPr marL="2017276" algn="l" defTabSz="672425" rtl="0" eaLnBrk="1" latinLnBrk="0" hangingPunct="1">
        <a:defRPr sz="1298" kern="1200">
          <a:solidFill>
            <a:schemeClr val="tx1"/>
          </a:solidFill>
          <a:latin typeface="+mn-lt"/>
          <a:ea typeface="+mn-ea"/>
          <a:cs typeface="+mn-cs"/>
        </a:defRPr>
      </a:lvl7pPr>
      <a:lvl8pPr marL="2353489" algn="l" defTabSz="672425" rtl="0" eaLnBrk="1" latinLnBrk="0" hangingPunct="1">
        <a:defRPr sz="1298" kern="1200">
          <a:solidFill>
            <a:schemeClr val="tx1"/>
          </a:solidFill>
          <a:latin typeface="+mn-lt"/>
          <a:ea typeface="+mn-ea"/>
          <a:cs typeface="+mn-cs"/>
        </a:defRPr>
      </a:lvl8pPr>
      <a:lvl9pPr marL="2689703" algn="l" defTabSz="672425" rtl="0" eaLnBrk="1" latinLnBrk="0" hangingPunct="1">
        <a:defRPr sz="1298"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22">
          <p15:clr>
            <a:srgbClr val="C35EA4"/>
          </p15:clr>
        </p15:guide>
        <p15:guide id="32" pos="1498">
          <p15:clr>
            <a:srgbClr val="C35EA4"/>
          </p15:clr>
        </p15:guide>
        <p15:guide id="33" pos="2569">
          <p15:clr>
            <a:srgbClr val="C35EA4"/>
          </p15:clr>
        </p15:guide>
        <p15:guide id="34" pos="2711">
          <p15:clr>
            <a:srgbClr val="C35EA4"/>
          </p15:clr>
        </p15:guide>
        <p15:guide id="35" pos="3778">
          <p15:clr>
            <a:srgbClr val="C35EA4"/>
          </p15:clr>
        </p15:guide>
        <p15:guide id="36" pos="3924">
          <p15:clr>
            <a:srgbClr val="C35EA4"/>
          </p15:clr>
        </p15:guide>
        <p15:guide id="37" pos="4983">
          <p15:clr>
            <a:srgbClr val="C35EA4"/>
          </p15:clr>
        </p15:guide>
        <p15:guide id="38" pos="5127">
          <p15:clr>
            <a:srgbClr val="C35EA4"/>
          </p15:clr>
        </p15:guide>
        <p15:guide id="39" pos="6199">
          <p15:clr>
            <a:srgbClr val="C35EA4"/>
          </p15:clr>
        </p15:guide>
        <p15:guide id="40" pos="6342">
          <p15:clr>
            <a:srgbClr val="C35EA4"/>
          </p15:clr>
        </p15:guide>
        <p15:guide id="41" pos="264">
          <p15:clr>
            <a:srgbClr val="F26B43"/>
          </p15:clr>
        </p15:guide>
        <p15:guide id="42" pos="7416">
          <p15:clr>
            <a:srgbClr val="F26B43"/>
          </p15:clr>
        </p15:guide>
        <p15:guide id="43" orient="horz" pos="736">
          <p15:clr>
            <a:srgbClr val="5ACBF0"/>
          </p15:clr>
        </p15:guide>
        <p15:guide id="44" orient="horz" pos="1360">
          <p15:clr>
            <a:srgbClr val="5ACBF0"/>
          </p15:clr>
        </p15:guide>
        <p15:guide id="45" orient="horz" pos="593">
          <p15:clr>
            <a:srgbClr val="5ACBF0"/>
          </p15:clr>
        </p15:guide>
        <p15:guide id="46" orient="horz" pos="1484">
          <p15:clr>
            <a:srgbClr val="5ACBF0"/>
          </p15:clr>
        </p15:guide>
        <p15:guide id="47" orient="horz" pos="2088">
          <p15:clr>
            <a:srgbClr val="5ACBF0"/>
          </p15:clr>
        </p15:guide>
        <p15:guide id="48" orient="horz" pos="2254">
          <p15:clr>
            <a:srgbClr val="5ACBF0"/>
          </p15:clr>
        </p15:guide>
        <p15:guide id="49" orient="horz" pos="277">
          <p15:clr>
            <a:srgbClr val="F26B43"/>
          </p15:clr>
        </p15:guide>
        <p15:guide id="50" orient="horz" pos="4043">
          <p15:clr>
            <a:srgbClr val="F26B43"/>
          </p15:clr>
        </p15:guide>
        <p15:guide id="51" orient="horz" pos="2835">
          <p15:clr>
            <a:srgbClr val="5ACBF0"/>
          </p15:clr>
        </p15:guide>
        <p15:guide id="52" orient="horz" pos="2960">
          <p15:clr>
            <a:srgbClr val="5ACBF0"/>
          </p15:clr>
        </p15:guide>
        <p15:guide id="53" orient="horz" pos="3572">
          <p15:clr>
            <a:srgbClr val="5ACBF0"/>
          </p15:clr>
        </p15:guide>
        <p15:guide id="54" orient="horz" pos="3690">
          <p15:clr>
            <a:srgbClr val="5ACBF0"/>
          </p15:clr>
        </p15:guide>
        <p15:guide id="55" orient="horz" pos="91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13982" y="330371"/>
            <a:ext cx="8505951" cy="510147"/>
          </a:xfrm>
          <a:prstGeom prst="rect">
            <a:avLst/>
          </a:prstGeom>
        </p:spPr>
        <p:txBody>
          <a:bodyPr vert="horz" wrap="square" lIns="0" tIns="91440" rIns="146304" bIns="91440" rtlCol="0" anchor="t">
            <a:noAutofit/>
          </a:bodyPr>
          <a:lstStyle/>
          <a:p>
            <a:r>
              <a:rPr lang="en-US"/>
              <a:t>Heading Segoe UI </a:t>
            </a:r>
            <a:r>
              <a:rPr lang="en-US" err="1"/>
              <a:t>Semibold</a:t>
            </a:r>
            <a:r>
              <a:rPr lang="en-US"/>
              <a:t> 28/32</a:t>
            </a:r>
          </a:p>
        </p:txBody>
      </p:sp>
      <p:sp>
        <p:nvSpPr>
          <p:cNvPr id="4" name="Text Placeholder 3"/>
          <p:cNvSpPr>
            <a:spLocks noGrp="1"/>
          </p:cNvSpPr>
          <p:nvPr>
            <p:ph type="body" idx="1"/>
          </p:nvPr>
        </p:nvSpPr>
        <p:spPr>
          <a:xfrm>
            <a:off x="313982" y="1092674"/>
            <a:ext cx="8505951" cy="1869743"/>
          </a:xfrm>
          <a:prstGeom prst="rect">
            <a:avLst/>
          </a:prstGeom>
        </p:spPr>
        <p:txBody>
          <a:bodyPr vert="horz" wrap="square" lIns="0" tIns="91440" rIns="146304" bIns="91440" rtlCol="0">
            <a:spAutoFit/>
          </a:bodyPr>
          <a:lstStyle/>
          <a:p>
            <a:pPr lvl="1"/>
            <a:r>
              <a:rPr lang="en-US"/>
              <a:t>Large: subhead Segoe UI Regular 20/24</a:t>
            </a:r>
          </a:p>
          <a:p>
            <a:pPr lvl="2"/>
            <a:r>
              <a:rPr lang="en-US"/>
              <a:t>Medium: paragraph heading Segoe UI </a:t>
            </a:r>
            <a:r>
              <a:rPr lang="en-US" err="1"/>
              <a:t>Semibold</a:t>
            </a:r>
            <a:r>
              <a:rPr lang="en-US"/>
              <a:t> 14/18</a:t>
            </a:r>
          </a:p>
          <a:p>
            <a:pPr lvl="3"/>
            <a:r>
              <a:rPr lang="en-US"/>
              <a:t>Medium: paragraph body copy Segoe UI Regular 14/18</a:t>
            </a:r>
          </a:p>
          <a:p>
            <a:pPr lvl="4"/>
            <a:r>
              <a:rPr lang="en-US"/>
              <a:t>Small: caption heading Segoe UI Bold 10/12</a:t>
            </a:r>
          </a:p>
          <a:p>
            <a:pPr lvl="6"/>
            <a:r>
              <a:rPr lang="en-US"/>
              <a:t>Small: caption body copy Segoe UI Regular 10/12</a:t>
            </a:r>
          </a:p>
          <a:p>
            <a:pPr lvl="6"/>
            <a:endParaRPr lang="en-US"/>
          </a:p>
          <a:p>
            <a:pPr lvl="6"/>
            <a:endParaRPr lang="en-US"/>
          </a:p>
        </p:txBody>
      </p:sp>
    </p:spTree>
    <p:extLst>
      <p:ext uri="{BB962C8B-B14F-4D97-AF65-F5344CB8AC3E}">
        <p14:creationId xmlns:p14="http://schemas.microsoft.com/office/powerpoint/2010/main" val="885920784"/>
      </p:ext>
    </p:extLst>
  </p:cSld>
  <p:clrMap bg1="lt1" tx1="dk1" bg2="lt2" tx2="dk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60" r:id="rId6"/>
    <p:sldLayoutId id="2147483761" r:id="rId7"/>
    <p:sldLayoutId id="2147483762" r:id="rId8"/>
    <p:sldLayoutId id="2147483763" r:id="rId9"/>
    <p:sldLayoutId id="2147483764" r:id="rId10"/>
    <p:sldLayoutId id="2147483765" r:id="rId11"/>
    <p:sldLayoutId id="2147483766" r:id="rId12"/>
    <p:sldLayoutId id="2147483767" r:id="rId13"/>
    <p:sldLayoutId id="2147483768" r:id="rId14"/>
    <p:sldLayoutId id="2147483769" r:id="rId15"/>
    <p:sldLayoutId id="2147483770" r:id="rId16"/>
    <p:sldLayoutId id="2147483771" r:id="rId17"/>
    <p:sldLayoutId id="2147483772" r:id="rId18"/>
    <p:sldLayoutId id="2147483773" r:id="rId19"/>
    <p:sldLayoutId id="2147483774" r:id="rId20"/>
    <p:sldLayoutId id="2147483775" r:id="rId21"/>
    <p:sldLayoutId id="2147483776" r:id="rId22"/>
    <p:sldLayoutId id="2147483777" r:id="rId23"/>
    <p:sldLayoutId id="2147483778" r:id="rId24"/>
    <p:sldLayoutId id="2147483779" r:id="rId25"/>
    <p:sldLayoutId id="2147483780" r:id="rId26"/>
    <p:sldLayoutId id="2147483781" r:id="rId27"/>
    <p:sldLayoutId id="2147483782" r:id="rId28"/>
    <p:sldLayoutId id="2147483783" r:id="rId29"/>
    <p:sldLayoutId id="2147483784" r:id="rId30"/>
    <p:sldLayoutId id="2147483785" r:id="rId31"/>
    <p:sldLayoutId id="2147483786" r:id="rId32"/>
    <p:sldLayoutId id="2147483787" r:id="rId33"/>
    <p:sldLayoutId id="2147483788" r:id="rId34"/>
    <p:sldLayoutId id="2147483789" r:id="rId35"/>
    <p:sldLayoutId id="2147483790" r:id="rId36"/>
    <p:sldLayoutId id="2147483791" r:id="rId37"/>
    <p:sldLayoutId id="2147483792" r:id="rId38"/>
    <p:sldLayoutId id="2147483793" r:id="rId39"/>
    <p:sldLayoutId id="2147483794" r:id="rId40"/>
    <p:sldLayoutId id="2147483795" r:id="rId41"/>
    <p:sldLayoutId id="2147483796" r:id="rId42"/>
    <p:sldLayoutId id="2147483797" r:id="rId43"/>
    <p:sldLayoutId id="2147483798" r:id="rId44"/>
    <p:sldLayoutId id="2147483799" r:id="rId45"/>
    <p:sldLayoutId id="2147483800" r:id="rId46"/>
    <p:sldLayoutId id="2147483801" r:id="rId47"/>
    <p:sldLayoutId id="2147483802" r:id="rId48"/>
    <p:sldLayoutId id="2147483803" r:id="rId49"/>
  </p:sldLayoutIdLst>
  <p:transition>
    <p:fade/>
  </p:transition>
  <p:hf sldNum="0" hdr="0" dt="0"/>
  <p:txStyles>
    <p:titleStyle>
      <a:lvl1pPr algn="l" defTabSz="672425" rtl="0" eaLnBrk="1" latinLnBrk="0" hangingPunct="1">
        <a:lnSpc>
          <a:spcPct val="90000"/>
        </a:lnSpc>
        <a:spcBef>
          <a:spcPct val="0"/>
        </a:spcBef>
        <a:buNone/>
        <a:defRPr lang="en-US" sz="2353" b="0" kern="1200" cap="none" spc="-36" baseline="0" dirty="0" smtClean="0">
          <a:ln w="3175">
            <a:noFill/>
          </a:ln>
          <a:solidFill>
            <a:srgbClr val="000000"/>
          </a:solidFill>
          <a:effectLst/>
          <a:latin typeface="+mj-lt"/>
          <a:ea typeface="+mn-ea"/>
          <a:cs typeface="Segoe UI" pitchFamily="34" charset="0"/>
        </a:defRPr>
      </a:lvl1pPr>
    </p:titleStyle>
    <p:bodyStyle>
      <a:lvl1pPr marL="0" marR="0" indent="0" algn="l" defTabSz="672425" rtl="0" eaLnBrk="1" fontAlgn="auto" latinLnBrk="0" hangingPunct="1">
        <a:lnSpc>
          <a:spcPct val="100000"/>
        </a:lnSpc>
        <a:spcBef>
          <a:spcPts val="0"/>
        </a:spcBef>
        <a:spcAft>
          <a:spcPts val="0"/>
        </a:spcAft>
        <a:buClrTx/>
        <a:buSzPct val="90000"/>
        <a:buFont typeface="Wingdings" panose="05000000000000000000" pitchFamily="2" charset="2"/>
        <a:buNone/>
        <a:tabLst/>
        <a:defRPr sz="1730" kern="1200" spc="-36" baseline="0">
          <a:solidFill>
            <a:srgbClr val="000000"/>
          </a:solidFill>
          <a:latin typeface="+mj-lt"/>
          <a:ea typeface="+mn-ea"/>
          <a:cs typeface="+mn-cs"/>
        </a:defRPr>
      </a:lvl1pPr>
      <a:lvl2pPr marL="0" marR="0" indent="0" algn="l" defTabSz="672425" rtl="0" eaLnBrk="1" fontAlgn="auto" latinLnBrk="0" hangingPunct="1">
        <a:lnSpc>
          <a:spcPct val="100000"/>
        </a:lnSpc>
        <a:spcBef>
          <a:spcPts val="288"/>
        </a:spcBef>
        <a:spcAft>
          <a:spcPts val="432"/>
        </a:spcAft>
        <a:buClrTx/>
        <a:buSzPct val="90000"/>
        <a:buFontTx/>
        <a:buNone/>
        <a:tabLst/>
        <a:defRPr sz="1471" kern="1200" spc="0" baseline="0">
          <a:solidFill>
            <a:schemeClr val="tx1"/>
          </a:solidFill>
          <a:latin typeface="+mn-lt"/>
          <a:ea typeface="+mn-ea"/>
          <a:cs typeface="+mn-cs"/>
        </a:defRPr>
      </a:lvl2pPr>
      <a:lvl3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1177" kern="1200" spc="0" baseline="0">
          <a:solidFill>
            <a:schemeClr val="tx1"/>
          </a:solidFill>
          <a:latin typeface="+mj-lt"/>
          <a:ea typeface="+mn-ea"/>
          <a:cs typeface="+mn-cs"/>
        </a:defRPr>
      </a:lvl3pPr>
      <a:lvl4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1177" kern="1200" spc="0" baseline="0">
          <a:solidFill>
            <a:schemeClr val="tx1"/>
          </a:solidFill>
          <a:latin typeface="+mn-lt"/>
          <a:ea typeface="+mn-ea"/>
          <a:cs typeface="+mn-cs"/>
        </a:defRPr>
      </a:lvl4pPr>
      <a:lvl5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882" b="1" kern="1200" spc="0" baseline="0">
          <a:solidFill>
            <a:schemeClr val="tx1"/>
          </a:solidFill>
          <a:latin typeface="+mn-lt"/>
          <a:ea typeface="+mn-ea"/>
          <a:cs typeface="+mn-cs"/>
        </a:defRPr>
      </a:lvl5pPr>
      <a:lvl6pPr marL="1681063" indent="0" algn="l" defTabSz="672425" rtl="0" eaLnBrk="1" latinLnBrk="0" hangingPunct="1">
        <a:spcBef>
          <a:spcPct val="20000"/>
        </a:spcBef>
        <a:buFont typeface="Arial" pitchFamily="34" charset="0"/>
        <a:buNone/>
        <a:defRPr sz="1442" kern="1200">
          <a:solidFill>
            <a:schemeClr val="tx1"/>
          </a:solidFill>
          <a:latin typeface="+mn-lt"/>
          <a:ea typeface="+mn-ea"/>
          <a:cs typeface="+mn-cs"/>
        </a:defRPr>
      </a:lvl6pPr>
      <a:lvl7pPr marL="0" indent="0" algn="l" defTabSz="672425" rtl="0" eaLnBrk="1" latinLnBrk="0" hangingPunct="1">
        <a:lnSpc>
          <a:spcPct val="100000"/>
        </a:lnSpc>
        <a:spcBef>
          <a:spcPts val="288"/>
        </a:spcBef>
        <a:spcAft>
          <a:spcPts val="432"/>
        </a:spcAft>
        <a:buFont typeface="Arial" pitchFamily="34" charset="0"/>
        <a:buNone/>
        <a:defRPr sz="882" kern="1200">
          <a:solidFill>
            <a:schemeClr val="tx1"/>
          </a:solidFill>
          <a:latin typeface="+mn-lt"/>
          <a:ea typeface="+mn-ea"/>
          <a:cs typeface="+mn-cs"/>
        </a:defRPr>
      </a:lvl7pPr>
      <a:lvl8pPr marL="2521596" indent="-168107" algn="l" defTabSz="672425" rtl="0" eaLnBrk="1" latinLnBrk="0" hangingPunct="1">
        <a:spcBef>
          <a:spcPct val="20000"/>
        </a:spcBef>
        <a:buFont typeface="Arial" pitchFamily="34" charset="0"/>
        <a:buChar char="•"/>
        <a:defRPr sz="1442" kern="1200">
          <a:solidFill>
            <a:schemeClr val="tx1"/>
          </a:solidFill>
          <a:latin typeface="+mn-lt"/>
          <a:ea typeface="+mn-ea"/>
          <a:cs typeface="+mn-cs"/>
        </a:defRPr>
      </a:lvl8pPr>
      <a:lvl9pPr marL="2857809" indent="-168107" algn="l" defTabSz="672425" rtl="0" eaLnBrk="1" latinLnBrk="0" hangingPunct="1">
        <a:spcBef>
          <a:spcPct val="20000"/>
        </a:spcBef>
        <a:buFont typeface="Arial" pitchFamily="34" charset="0"/>
        <a:buChar char="•"/>
        <a:defRPr sz="1442" kern="1200">
          <a:solidFill>
            <a:schemeClr val="tx1"/>
          </a:solidFill>
          <a:latin typeface="+mn-lt"/>
          <a:ea typeface="+mn-ea"/>
          <a:cs typeface="+mn-cs"/>
        </a:defRPr>
      </a:lvl9pPr>
    </p:bodyStyle>
    <p:otherStyle>
      <a:defPPr>
        <a:defRPr lang="en-US"/>
      </a:defPPr>
      <a:lvl1pPr marL="0" algn="l" defTabSz="672425" rtl="0" eaLnBrk="1" latinLnBrk="0" hangingPunct="1">
        <a:defRPr sz="1298" kern="1200">
          <a:solidFill>
            <a:schemeClr val="tx1"/>
          </a:solidFill>
          <a:latin typeface="+mn-lt"/>
          <a:ea typeface="+mn-ea"/>
          <a:cs typeface="+mn-cs"/>
        </a:defRPr>
      </a:lvl1pPr>
      <a:lvl2pPr marL="336212" algn="l" defTabSz="672425" rtl="0" eaLnBrk="1" latinLnBrk="0" hangingPunct="1">
        <a:defRPr sz="1298" kern="1200">
          <a:solidFill>
            <a:schemeClr val="tx1"/>
          </a:solidFill>
          <a:latin typeface="+mn-lt"/>
          <a:ea typeface="+mn-ea"/>
          <a:cs typeface="+mn-cs"/>
        </a:defRPr>
      </a:lvl2pPr>
      <a:lvl3pPr marL="672425" algn="l" defTabSz="672425" rtl="0" eaLnBrk="1" latinLnBrk="0" hangingPunct="1">
        <a:defRPr sz="1298" kern="1200">
          <a:solidFill>
            <a:schemeClr val="tx1"/>
          </a:solidFill>
          <a:latin typeface="+mn-lt"/>
          <a:ea typeface="+mn-ea"/>
          <a:cs typeface="+mn-cs"/>
        </a:defRPr>
      </a:lvl3pPr>
      <a:lvl4pPr marL="1008638" algn="l" defTabSz="672425" rtl="0" eaLnBrk="1" latinLnBrk="0" hangingPunct="1">
        <a:defRPr sz="1298" kern="1200">
          <a:solidFill>
            <a:schemeClr val="tx1"/>
          </a:solidFill>
          <a:latin typeface="+mn-lt"/>
          <a:ea typeface="+mn-ea"/>
          <a:cs typeface="+mn-cs"/>
        </a:defRPr>
      </a:lvl4pPr>
      <a:lvl5pPr marL="1344851" algn="l" defTabSz="672425" rtl="0" eaLnBrk="1" latinLnBrk="0" hangingPunct="1">
        <a:defRPr sz="1298" kern="1200">
          <a:solidFill>
            <a:schemeClr val="tx1"/>
          </a:solidFill>
          <a:latin typeface="+mn-lt"/>
          <a:ea typeface="+mn-ea"/>
          <a:cs typeface="+mn-cs"/>
        </a:defRPr>
      </a:lvl5pPr>
      <a:lvl6pPr marL="1681064" algn="l" defTabSz="672425" rtl="0" eaLnBrk="1" latinLnBrk="0" hangingPunct="1">
        <a:defRPr sz="1298" kern="1200">
          <a:solidFill>
            <a:schemeClr val="tx1"/>
          </a:solidFill>
          <a:latin typeface="+mn-lt"/>
          <a:ea typeface="+mn-ea"/>
          <a:cs typeface="+mn-cs"/>
        </a:defRPr>
      </a:lvl6pPr>
      <a:lvl7pPr marL="2017276" algn="l" defTabSz="672425" rtl="0" eaLnBrk="1" latinLnBrk="0" hangingPunct="1">
        <a:defRPr sz="1298" kern="1200">
          <a:solidFill>
            <a:schemeClr val="tx1"/>
          </a:solidFill>
          <a:latin typeface="+mn-lt"/>
          <a:ea typeface="+mn-ea"/>
          <a:cs typeface="+mn-cs"/>
        </a:defRPr>
      </a:lvl7pPr>
      <a:lvl8pPr marL="2353489" algn="l" defTabSz="672425" rtl="0" eaLnBrk="1" latinLnBrk="0" hangingPunct="1">
        <a:defRPr sz="1298" kern="1200">
          <a:solidFill>
            <a:schemeClr val="tx1"/>
          </a:solidFill>
          <a:latin typeface="+mn-lt"/>
          <a:ea typeface="+mn-ea"/>
          <a:cs typeface="+mn-cs"/>
        </a:defRPr>
      </a:lvl8pPr>
      <a:lvl9pPr marL="2689703" algn="l" defTabSz="672425" rtl="0" eaLnBrk="1" latinLnBrk="0" hangingPunct="1">
        <a:defRPr sz="1298"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22">
          <p15:clr>
            <a:srgbClr val="C35EA4"/>
          </p15:clr>
        </p15:guide>
        <p15:guide id="32" pos="1498">
          <p15:clr>
            <a:srgbClr val="C35EA4"/>
          </p15:clr>
        </p15:guide>
        <p15:guide id="33" pos="2569">
          <p15:clr>
            <a:srgbClr val="C35EA4"/>
          </p15:clr>
        </p15:guide>
        <p15:guide id="34" pos="2711">
          <p15:clr>
            <a:srgbClr val="C35EA4"/>
          </p15:clr>
        </p15:guide>
        <p15:guide id="35" pos="3778">
          <p15:clr>
            <a:srgbClr val="C35EA4"/>
          </p15:clr>
        </p15:guide>
        <p15:guide id="36" pos="3924">
          <p15:clr>
            <a:srgbClr val="C35EA4"/>
          </p15:clr>
        </p15:guide>
        <p15:guide id="37" pos="4983">
          <p15:clr>
            <a:srgbClr val="C35EA4"/>
          </p15:clr>
        </p15:guide>
        <p15:guide id="38" pos="5127">
          <p15:clr>
            <a:srgbClr val="C35EA4"/>
          </p15:clr>
        </p15:guide>
        <p15:guide id="39" pos="6199">
          <p15:clr>
            <a:srgbClr val="C35EA4"/>
          </p15:clr>
        </p15:guide>
        <p15:guide id="40" pos="6342">
          <p15:clr>
            <a:srgbClr val="C35EA4"/>
          </p15:clr>
        </p15:guide>
        <p15:guide id="41" pos="264">
          <p15:clr>
            <a:srgbClr val="F26B43"/>
          </p15:clr>
        </p15:guide>
        <p15:guide id="42" pos="7416">
          <p15:clr>
            <a:srgbClr val="F26B43"/>
          </p15:clr>
        </p15:guide>
        <p15:guide id="43" orient="horz" pos="736">
          <p15:clr>
            <a:srgbClr val="5ACBF0"/>
          </p15:clr>
        </p15:guide>
        <p15:guide id="44" orient="horz" pos="1360">
          <p15:clr>
            <a:srgbClr val="5ACBF0"/>
          </p15:clr>
        </p15:guide>
        <p15:guide id="45" orient="horz" pos="593">
          <p15:clr>
            <a:srgbClr val="5ACBF0"/>
          </p15:clr>
        </p15:guide>
        <p15:guide id="46" orient="horz" pos="1484">
          <p15:clr>
            <a:srgbClr val="5ACBF0"/>
          </p15:clr>
        </p15:guide>
        <p15:guide id="47" orient="horz" pos="2088">
          <p15:clr>
            <a:srgbClr val="5ACBF0"/>
          </p15:clr>
        </p15:guide>
        <p15:guide id="48" orient="horz" pos="2254">
          <p15:clr>
            <a:srgbClr val="5ACBF0"/>
          </p15:clr>
        </p15:guide>
        <p15:guide id="49" orient="horz" pos="277">
          <p15:clr>
            <a:srgbClr val="F26B43"/>
          </p15:clr>
        </p15:guide>
        <p15:guide id="50" orient="horz" pos="4043">
          <p15:clr>
            <a:srgbClr val="F26B43"/>
          </p15:clr>
        </p15:guide>
        <p15:guide id="51" orient="horz" pos="2835">
          <p15:clr>
            <a:srgbClr val="5ACBF0"/>
          </p15:clr>
        </p15:guide>
        <p15:guide id="52" orient="horz" pos="2960">
          <p15:clr>
            <a:srgbClr val="5ACBF0"/>
          </p15:clr>
        </p15:guide>
        <p15:guide id="53" orient="horz" pos="3572">
          <p15:clr>
            <a:srgbClr val="5ACBF0"/>
          </p15:clr>
        </p15:guide>
        <p15:guide id="54" orient="horz" pos="3690">
          <p15:clr>
            <a:srgbClr val="5ACBF0"/>
          </p15:clr>
        </p15:guide>
        <p15:guide id="55" orient="horz" pos="91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6DC078-4245-1636-B628-0098AEC8336F}"/>
              </a:ext>
            </a:extLst>
          </p:cNvPr>
          <p:cNvSpPr>
            <a:spLocks noGrp="1"/>
          </p:cNvSpPr>
          <p:nvPr>
            <p:ph type="title"/>
          </p:nvPr>
        </p:nvSpPr>
        <p:spPr/>
        <p:txBody>
          <a:bodyPr/>
          <a:lstStyle/>
          <a:p>
            <a:r>
              <a:rPr lang="en-GB"/>
              <a:t>Chapter 5: Common Administrative
Tasks</a:t>
            </a:r>
          </a:p>
        </p:txBody>
      </p:sp>
      <p:sp>
        <p:nvSpPr>
          <p:cNvPr id="3" name="Text Placeholder 2">
            <a:extLst>
              <a:ext uri="{FF2B5EF4-FFF2-40B4-BE49-F238E27FC236}">
                <a16:creationId xmlns:a16="http://schemas.microsoft.com/office/drawing/2014/main" id="{08FB291D-064C-C0EA-1146-A7D25A2C4BFC}"/>
              </a:ext>
            </a:extLst>
          </p:cNvPr>
          <p:cNvSpPr>
            <a:spLocks noGrp="1"/>
          </p:cNvSpPr>
          <p:nvPr>
            <p:ph type="body" sz="quarter" idx="15"/>
          </p:nvPr>
        </p:nvSpPr>
        <p:spPr>
          <a:xfrm>
            <a:off x="331851" y="3262586"/>
            <a:ext cx="7202114" cy="388440"/>
          </a:xfrm>
        </p:spPr>
        <p:txBody>
          <a:bodyPr/>
          <a:lstStyle/>
          <a:p>
            <a:r>
              <a:rPr lang="en-GB"/>
              <a:t>Instructor-led overview and operational guidance</a:t>
            </a:r>
          </a:p>
        </p:txBody>
      </p:sp>
    </p:spTree>
    <p:extLst>
      <p:ext uri="{BB962C8B-B14F-4D97-AF65-F5344CB8AC3E}">
        <p14:creationId xmlns:p14="http://schemas.microsoft.com/office/powerpoint/2010/main" val="1625647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76065-E551-4A5F-1BEE-7B97943C861B}"/>
              </a:ext>
            </a:extLst>
          </p:cNvPr>
          <p:cNvSpPr>
            <a:spLocks noGrp="1"/>
          </p:cNvSpPr>
          <p:nvPr>
            <p:ph type="title"/>
          </p:nvPr>
        </p:nvSpPr>
        <p:spPr/>
        <p:txBody>
          <a:bodyPr wrap="square">
            <a:noAutofit/>
          </a:bodyPr>
          <a:lstStyle/>
          <a:p>
            <a:r>
              <a:rPr lang="en-GB"/>
              <a:t>Learning Objectives</a:t>
            </a:r>
          </a:p>
        </p:txBody>
      </p:sp>
      <p:sp>
        <p:nvSpPr>
          <p:cNvPr id="3" name="Text Placeholder 2">
            <a:extLst>
              <a:ext uri="{FF2B5EF4-FFF2-40B4-BE49-F238E27FC236}">
                <a16:creationId xmlns:a16="http://schemas.microsoft.com/office/drawing/2014/main" id="{BE983CDF-4F67-3892-BFCA-28DA8B8EC61C}"/>
              </a:ext>
            </a:extLst>
          </p:cNvPr>
          <p:cNvSpPr>
            <a:spLocks noGrp="1"/>
          </p:cNvSpPr>
          <p:nvPr>
            <p:ph type="body" sz="quarter" idx="11"/>
          </p:nvPr>
        </p:nvSpPr>
        <p:spPr/>
        <p:txBody>
          <a:bodyPr>
            <a:normAutofit/>
          </a:bodyPr>
          <a:lstStyle/>
          <a:p>
            <a:r>
              <a:rPr lang="en-GB">
                <a:solidFill>
                  <a:srgbClr val="0076D4"/>
                </a:solidFill>
                <a:latin typeface="Segoe UI Semibold" panose="020B0702040204020203" pitchFamily="34" charset="0"/>
              </a:rPr>
              <a:t>01</a:t>
            </a:r>
            <a:r>
              <a:rPr lang="en-GB">
                <a:latin typeface="Segoe UI" panose="020B0502040204020203" pitchFamily="34" charset="0"/>
              </a:rPr>
              <a:t>  Explain the key administrative ideas in Chapter 5</a:t>
            </a:r>
          </a:p>
        </p:txBody>
      </p:sp>
      <p:sp>
        <p:nvSpPr>
          <p:cNvPr id="4" name="Text Placeholder 3">
            <a:extLst>
              <a:ext uri="{FF2B5EF4-FFF2-40B4-BE49-F238E27FC236}">
                <a16:creationId xmlns:a16="http://schemas.microsoft.com/office/drawing/2014/main" id="{6B7E7F9A-FF53-DAAB-5430-908819DF33AD}"/>
              </a:ext>
            </a:extLst>
          </p:cNvPr>
          <p:cNvSpPr>
            <a:spLocks noGrp="1"/>
          </p:cNvSpPr>
          <p:nvPr>
            <p:ph type="body" sz="quarter" idx="15"/>
          </p:nvPr>
        </p:nvSpPr>
        <p:spPr/>
        <p:txBody>
          <a:bodyPr>
            <a:normAutofit/>
          </a:bodyPr>
          <a:lstStyle/>
          <a:p>
            <a:r>
              <a:rPr lang="en-GB">
                <a:solidFill>
                  <a:srgbClr val="0076D4"/>
                </a:solidFill>
                <a:latin typeface="Segoe UI Semibold" panose="020B0702040204020203" pitchFamily="34" charset="0"/>
              </a:rPr>
              <a:t>02</a:t>
            </a:r>
            <a:r>
              <a:rPr lang="en-GB">
                <a:latin typeface="Segoe UI" panose="020B0502040204020203" pitchFamily="34" charset="0"/>
              </a:rPr>
              <a:t>  Identify the relevant Windows Server tools, workflows, and decision points</a:t>
            </a:r>
          </a:p>
        </p:txBody>
      </p:sp>
      <p:sp>
        <p:nvSpPr>
          <p:cNvPr id="5" name="Text Placeholder 4">
            <a:extLst>
              <a:ext uri="{FF2B5EF4-FFF2-40B4-BE49-F238E27FC236}">
                <a16:creationId xmlns:a16="http://schemas.microsoft.com/office/drawing/2014/main" id="{437DFBB4-E768-2DB0-2981-08AB31809949}"/>
              </a:ext>
            </a:extLst>
          </p:cNvPr>
          <p:cNvSpPr>
            <a:spLocks noGrp="1"/>
          </p:cNvSpPr>
          <p:nvPr>
            <p:ph type="body" sz="quarter" idx="17"/>
          </p:nvPr>
        </p:nvSpPr>
        <p:spPr/>
        <p:txBody>
          <a:bodyPr>
            <a:normAutofit/>
          </a:bodyPr>
          <a:lstStyle/>
          <a:p>
            <a:r>
              <a:rPr lang="en-GB">
                <a:solidFill>
                  <a:srgbClr val="0076D4"/>
                </a:solidFill>
                <a:latin typeface="Segoe UI Semibold" panose="020B0702040204020203" pitchFamily="34" charset="0"/>
              </a:rPr>
              <a:t>03</a:t>
            </a:r>
            <a:r>
              <a:rPr lang="en-GB">
                <a:latin typeface="Segoe UI" panose="020B0502040204020203" pitchFamily="34" charset="0"/>
              </a:rPr>
              <a:t>  Relate the topic set to real operational and security practices</a:t>
            </a:r>
          </a:p>
        </p:txBody>
      </p:sp>
      <p:sp>
        <p:nvSpPr>
          <p:cNvPr id="6" name="Text Placeholder 5">
            <a:extLst>
              <a:ext uri="{FF2B5EF4-FFF2-40B4-BE49-F238E27FC236}">
                <a16:creationId xmlns:a16="http://schemas.microsoft.com/office/drawing/2014/main" id="{7196DC64-77F0-DA84-A45D-D2B8F95BBB96}"/>
              </a:ext>
            </a:extLst>
          </p:cNvPr>
          <p:cNvSpPr>
            <a:spLocks noGrp="1"/>
          </p:cNvSpPr>
          <p:nvPr>
            <p:ph type="body" sz="quarter" idx="19"/>
          </p:nvPr>
        </p:nvSpPr>
        <p:spPr/>
        <p:txBody>
          <a:bodyPr>
            <a:normAutofit/>
          </a:bodyPr>
          <a:lstStyle/>
          <a:p>
            <a:r>
              <a:rPr lang="en-GB">
                <a:solidFill>
                  <a:srgbClr val="0076D4"/>
                </a:solidFill>
                <a:latin typeface="Segoe UI Semibold" panose="020B0702040204020203" pitchFamily="34" charset="0"/>
              </a:rPr>
              <a:t>04</a:t>
            </a:r>
            <a:r>
              <a:rPr lang="en-GB">
                <a:latin typeface="Segoe UI" panose="020B0502040204020203" pitchFamily="34" charset="0"/>
              </a:rPr>
              <a:t>  Prepare for later hands-on administration and troubleshooting work</a:t>
            </a:r>
          </a:p>
        </p:txBody>
      </p:sp>
      <p:sp>
        <p:nvSpPr>
          <p:cNvPr id="8" name="Course footer">
            <a:extLst>
              <a:ext uri="{FF2B5EF4-FFF2-40B4-BE49-F238E27FC236}">
                <a16:creationId xmlns:a16="http://schemas.microsoft.com/office/drawing/2014/main" id="{3553B857-6D2D-67C5-93E5-AF8DE6F18238}"/>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5 | Common Administrative Tasks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9" name="TextBox 8">
            <a:extLst>
              <a:ext uri="{FF2B5EF4-FFF2-40B4-BE49-F238E27FC236}">
                <a16:creationId xmlns:a16="http://schemas.microsoft.com/office/drawing/2014/main" id="{08B62F70-7C24-1E53-6F2F-1B897FAA7CE6}"/>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02</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1712077891"/>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761F0A-849E-B706-EA07-84843A34932B}"/>
              </a:ext>
            </a:extLst>
          </p:cNvPr>
          <p:cNvSpPr>
            <a:spLocks noGrp="1"/>
          </p:cNvSpPr>
          <p:nvPr>
            <p:ph type="title"/>
          </p:nvPr>
        </p:nvSpPr>
        <p:spPr/>
        <p:txBody>
          <a:bodyPr wrap="square">
            <a:noAutofit/>
          </a:bodyPr>
          <a:lstStyle/>
          <a:p>
            <a:r>
              <a:rPr lang="en-GB"/>
              <a:t>Chapter Topics</a:t>
            </a:r>
          </a:p>
        </p:txBody>
      </p:sp>
      <p:sp>
        <p:nvSpPr>
          <p:cNvPr id="3" name="Text Placeholder 2">
            <a:extLst>
              <a:ext uri="{FF2B5EF4-FFF2-40B4-BE49-F238E27FC236}">
                <a16:creationId xmlns:a16="http://schemas.microsoft.com/office/drawing/2014/main" id="{0C365D72-C198-2B57-B679-0A22E90A2DC4}"/>
              </a:ext>
            </a:extLst>
          </p:cNvPr>
          <p:cNvSpPr>
            <a:spLocks noGrp="1"/>
          </p:cNvSpPr>
          <p:nvPr>
            <p:ph type="body" sz="quarter" idx="11"/>
          </p:nvPr>
        </p:nvSpPr>
        <p:spPr/>
        <p:txBody>
          <a:bodyPr>
            <a:normAutofit/>
          </a:bodyPr>
          <a:lstStyle/>
          <a:p>
            <a:r>
              <a:rPr lang="en-GB">
                <a:solidFill>
                  <a:srgbClr val="0076D4"/>
                </a:solidFill>
                <a:latin typeface="Segoe UI Semibold" panose="020B0702040204020203" pitchFamily="34" charset="0"/>
              </a:rPr>
              <a:t>01</a:t>
            </a:r>
            <a:r>
              <a:rPr lang="en-GB">
                <a:latin typeface="Segoe UI" panose="020B0502040204020203" pitchFamily="34" charset="0"/>
              </a:rPr>
              <a:t>  5.1 Managing roles and features</a:t>
            </a:r>
          </a:p>
        </p:txBody>
      </p:sp>
      <p:sp>
        <p:nvSpPr>
          <p:cNvPr id="4" name="Text Placeholder 3">
            <a:extLst>
              <a:ext uri="{FF2B5EF4-FFF2-40B4-BE49-F238E27FC236}">
                <a16:creationId xmlns:a16="http://schemas.microsoft.com/office/drawing/2014/main" id="{A253353F-D574-795F-D6E9-A6663448E081}"/>
              </a:ext>
            </a:extLst>
          </p:cNvPr>
          <p:cNvSpPr>
            <a:spLocks noGrp="1"/>
          </p:cNvSpPr>
          <p:nvPr>
            <p:ph type="body" sz="quarter" idx="15"/>
          </p:nvPr>
        </p:nvSpPr>
        <p:spPr/>
        <p:txBody>
          <a:bodyPr>
            <a:normAutofit/>
          </a:bodyPr>
          <a:lstStyle/>
          <a:p>
            <a:r>
              <a:rPr lang="en-GB">
                <a:solidFill>
                  <a:srgbClr val="0076D4"/>
                </a:solidFill>
                <a:latin typeface="Segoe UI Semibold" panose="020B0702040204020203" pitchFamily="34" charset="0"/>
              </a:rPr>
              <a:t>02</a:t>
            </a:r>
            <a:r>
              <a:rPr lang="en-GB">
                <a:latin typeface="Segoe UI" panose="020B0502040204020203" pitchFamily="34" charset="0"/>
              </a:rPr>
              <a:t>  5.2 Managing services</a:t>
            </a:r>
          </a:p>
        </p:txBody>
      </p:sp>
      <p:sp>
        <p:nvSpPr>
          <p:cNvPr id="5" name="Text Placeholder 4">
            <a:extLst>
              <a:ext uri="{FF2B5EF4-FFF2-40B4-BE49-F238E27FC236}">
                <a16:creationId xmlns:a16="http://schemas.microsoft.com/office/drawing/2014/main" id="{C37B085F-5A5D-55AD-70B6-25EDA18657B1}"/>
              </a:ext>
            </a:extLst>
          </p:cNvPr>
          <p:cNvSpPr>
            <a:spLocks noGrp="1"/>
          </p:cNvSpPr>
          <p:nvPr>
            <p:ph type="body" sz="quarter" idx="17"/>
          </p:nvPr>
        </p:nvSpPr>
        <p:spPr/>
        <p:txBody>
          <a:bodyPr>
            <a:normAutofit/>
          </a:bodyPr>
          <a:lstStyle/>
          <a:p>
            <a:r>
              <a:rPr lang="en-GB">
                <a:solidFill>
                  <a:srgbClr val="0076D4"/>
                </a:solidFill>
                <a:latin typeface="Segoe UI Semibold" panose="020B0702040204020203" pitchFamily="34" charset="0"/>
              </a:rPr>
              <a:t>03</a:t>
            </a:r>
            <a:r>
              <a:rPr lang="en-GB">
                <a:latin typeface="Segoe UI" panose="020B0502040204020203" pitchFamily="34" charset="0"/>
              </a:rPr>
              <a:t>  5.3 Reviewing events</a:t>
            </a:r>
          </a:p>
        </p:txBody>
      </p:sp>
      <p:sp>
        <p:nvSpPr>
          <p:cNvPr id="6" name="Text Placeholder 5">
            <a:extLst>
              <a:ext uri="{FF2B5EF4-FFF2-40B4-BE49-F238E27FC236}">
                <a16:creationId xmlns:a16="http://schemas.microsoft.com/office/drawing/2014/main" id="{94639034-EBCB-F80A-311D-28E85E1DBD41}"/>
              </a:ext>
            </a:extLst>
          </p:cNvPr>
          <p:cNvSpPr>
            <a:spLocks noGrp="1"/>
          </p:cNvSpPr>
          <p:nvPr>
            <p:ph type="body" sz="quarter" idx="19"/>
          </p:nvPr>
        </p:nvSpPr>
        <p:spPr/>
        <p:txBody>
          <a:bodyPr>
            <a:normAutofit/>
          </a:bodyPr>
          <a:lstStyle/>
          <a:p>
            <a:r>
              <a:rPr lang="en-GB">
                <a:solidFill>
                  <a:srgbClr val="0076D4"/>
                </a:solidFill>
                <a:latin typeface="Segoe UI Semibold" panose="020B0702040204020203" pitchFamily="34" charset="0"/>
              </a:rPr>
              <a:t>04</a:t>
            </a:r>
            <a:r>
              <a:rPr lang="en-GB">
                <a:latin typeface="Segoe UI" panose="020B0502040204020203" pitchFamily="34" charset="0"/>
              </a:rPr>
              <a:t>  5.4 Configuring firewall</a:t>
            </a:r>
          </a:p>
        </p:txBody>
      </p:sp>
      <p:sp>
        <p:nvSpPr>
          <p:cNvPr id="7" name="Text Placeholder 6">
            <a:extLst>
              <a:ext uri="{FF2B5EF4-FFF2-40B4-BE49-F238E27FC236}">
                <a16:creationId xmlns:a16="http://schemas.microsoft.com/office/drawing/2014/main" id="{A0106780-94D7-3E2D-72C4-1D46B7BDD494}"/>
              </a:ext>
            </a:extLst>
          </p:cNvPr>
          <p:cNvSpPr>
            <a:spLocks noGrp="1"/>
          </p:cNvSpPr>
          <p:nvPr>
            <p:ph type="body" sz="quarter" idx="21"/>
          </p:nvPr>
        </p:nvSpPr>
        <p:spPr/>
        <p:txBody>
          <a:bodyPr>
            <a:normAutofit/>
          </a:bodyPr>
          <a:lstStyle/>
          <a:p>
            <a:r>
              <a:rPr lang="en-GB">
                <a:solidFill>
                  <a:srgbClr val="0076D4"/>
                </a:solidFill>
                <a:latin typeface="Segoe UI Semibold" panose="020B0702040204020203" pitchFamily="34" charset="0"/>
              </a:rPr>
              <a:t>05</a:t>
            </a:r>
            <a:r>
              <a:rPr lang="en-GB">
                <a:latin typeface="Segoe UI" panose="020B0502040204020203" pitchFamily="34" charset="0"/>
              </a:rPr>
              <a:t>  5.5 Patch management</a:t>
            </a:r>
          </a:p>
        </p:txBody>
      </p:sp>
      <p:sp>
        <p:nvSpPr>
          <p:cNvPr id="8" name="Course footer">
            <a:extLst>
              <a:ext uri="{FF2B5EF4-FFF2-40B4-BE49-F238E27FC236}">
                <a16:creationId xmlns:a16="http://schemas.microsoft.com/office/drawing/2014/main" id="{28505C70-BBA9-A430-8818-F2DB55986B34}"/>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5 | Common Administrative Tasks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9" name="TextBox 8">
            <a:extLst>
              <a:ext uri="{FF2B5EF4-FFF2-40B4-BE49-F238E27FC236}">
                <a16:creationId xmlns:a16="http://schemas.microsoft.com/office/drawing/2014/main" id="{D68E2646-39B6-4FDD-8D33-628870714468}"/>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03</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3600004708"/>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32B733-7D65-49E7-2E59-5826D6655053}"/>
              </a:ext>
            </a:extLst>
          </p:cNvPr>
          <p:cNvSpPr>
            <a:spLocks noGrp="1"/>
          </p:cNvSpPr>
          <p:nvPr>
            <p:ph type="title"/>
          </p:nvPr>
        </p:nvSpPr>
        <p:spPr/>
        <p:txBody>
          <a:bodyPr wrap="square">
            <a:noAutofit/>
          </a:bodyPr>
          <a:lstStyle/>
          <a:p>
            <a:r>
              <a:rPr lang="en-GB"/>
              <a:t>5.1 Managing Roles and Features</a:t>
            </a:r>
          </a:p>
        </p:txBody>
      </p:sp>
      <p:sp>
        <p:nvSpPr>
          <p:cNvPr id="3" name="Text 6">
            <a:extLst>
              <a:ext uri="{FF2B5EF4-FFF2-40B4-BE49-F238E27FC236}">
                <a16:creationId xmlns:a16="http://schemas.microsoft.com/office/drawing/2014/main" id="{336FDA51-1EF3-31FE-7F07-8026519ED4EB}"/>
              </a:ext>
            </a:extLst>
          </p:cNvPr>
          <p:cNvSpPr/>
          <p:nvPr/>
        </p:nvSpPr>
        <p:spPr>
          <a:xfrm>
            <a:off x="254000" y="879951"/>
            <a:ext cx="8636000" cy="3977640"/>
          </a:xfrm>
          <a:prstGeom prst="rect">
            <a:avLst/>
          </a:prstGeom>
          <a:noFill/>
          <a:ln/>
        </p:spPr>
        <p:txBody>
          <a:bodyPr wrap="square" lIns="0" tIns="0" rIns="0" bIns="0" rtlCol="0" anchor="ctr">
            <a:normAutofit/>
          </a:bodyPr>
          <a:lstStyle/>
          <a:p>
            <a:pPr marL="0" indent="0">
              <a:spcAft>
                <a:spcPts val="900"/>
              </a:spcAft>
              <a:buNone/>
            </a:pPr>
            <a:r>
              <a:rPr lang="en-US" sz="1400" b="1" dirty="0">
                <a:solidFill>
                  <a:srgbClr val="023047"/>
                </a:solidFill>
                <a:latin typeface="Segoe UI" panose="020B0502040204020203" pitchFamily="34" charset="0"/>
              </a:rPr>
              <a:t>Roles and features control server capabilities.</a:t>
            </a:r>
            <a:endParaRPr lang="en-US" sz="1400" b="1">
              <a:solidFill>
                <a:srgbClr val="023047"/>
              </a:solidFill>
              <a:latin typeface="Segoe UI" panose="020B0502040204020203" pitchFamily="34" charset="0"/>
            </a:endParaRPr>
          </a:p>
          <a:p>
            <a:pPr marL="342900" indent="-342900">
              <a:spcAft>
                <a:spcPts val="900"/>
              </a:spcAft>
              <a:buSzPct val="100000"/>
              <a:buChar char="•"/>
            </a:pPr>
            <a:r>
              <a:rPr lang="en-US" sz="1400" dirty="0">
                <a:solidFill>
                  <a:srgbClr val="023047"/>
                </a:solidFill>
                <a:latin typeface="Segoe UI" panose="020B0502040204020203" pitchFamily="34" charset="0"/>
              </a:rPr>
              <a:t>Use </a:t>
            </a:r>
            <a:r>
              <a:rPr lang="en-US" sz="1400" b="1" dirty="0">
                <a:solidFill>
                  <a:srgbClr val="023047"/>
                </a:solidFill>
                <a:latin typeface="Segoe UI" panose="020B0502040204020203" pitchFamily="34" charset="0"/>
              </a:rPr>
              <a:t>Server Manager</a:t>
            </a:r>
            <a:r>
              <a:rPr lang="en-US" sz="1400" dirty="0">
                <a:solidFill>
                  <a:srgbClr val="023047"/>
                </a:solidFill>
                <a:latin typeface="Segoe UI" panose="020B0502040204020203" pitchFamily="34" charset="0"/>
              </a:rPr>
              <a:t> GUI or </a:t>
            </a:r>
            <a:r>
              <a:rPr lang="en-US" sz="1400" b="1" dirty="0">
                <a:solidFill>
                  <a:srgbClr val="023047"/>
                </a:solidFill>
                <a:latin typeface="Segoe UI" panose="020B0502040204020203" pitchFamily="34" charset="0"/>
              </a:rPr>
              <a:t>Install-WindowsFeature</a:t>
            </a:r>
            <a:r>
              <a:rPr lang="en-US" sz="1400" dirty="0">
                <a:solidFill>
                  <a:srgbClr val="023047"/>
                </a:solidFill>
                <a:latin typeface="Segoe UI" panose="020B0502040204020203" pitchFamily="34" charset="0"/>
              </a:rPr>
              <a:t> PowerShell cmdlet to add or remove roles</a:t>
            </a:r>
            <a:endParaRPr lang="en-US" sz="1400">
              <a:solidFill>
                <a:srgbClr val="023047"/>
              </a:solidFill>
              <a:latin typeface="Segoe UI" panose="020B0502040204020203" pitchFamily="34" charset="0"/>
            </a:endParaRPr>
          </a:p>
          <a:p>
            <a:pPr marL="342900" indent="-342900">
              <a:spcAft>
                <a:spcPts val="900"/>
              </a:spcAft>
              <a:buSzPct val="100000"/>
              <a:buChar char="•"/>
            </a:pPr>
            <a:r>
              <a:rPr lang="en-US" sz="1400" dirty="0">
                <a:solidFill>
                  <a:srgbClr val="023047"/>
                </a:solidFill>
                <a:latin typeface="Segoe UI" panose="020B0502040204020203" pitchFamily="34" charset="0"/>
              </a:rPr>
              <a:t>Roles have optional </a:t>
            </a:r>
            <a:r>
              <a:rPr lang="en-US" sz="1400" b="1" dirty="0">
                <a:solidFill>
                  <a:srgbClr val="023047"/>
                </a:solidFill>
                <a:latin typeface="Segoe UI" panose="020B0502040204020203" pitchFamily="34" charset="0"/>
              </a:rPr>
              <a:t>role services</a:t>
            </a:r>
            <a:r>
              <a:rPr lang="en-US" sz="1400" dirty="0">
                <a:solidFill>
                  <a:srgbClr val="023047"/>
                </a:solidFill>
                <a:latin typeface="Segoe UI" panose="020B0502040204020203" pitchFamily="34" charset="0"/>
              </a:rPr>
              <a:t> and </a:t>
            </a:r>
            <a:r>
              <a:rPr lang="en-US" sz="1400" b="1" dirty="0">
                <a:solidFill>
                  <a:srgbClr val="023047"/>
                </a:solidFill>
                <a:latin typeface="Segoe UI" panose="020B0502040204020203" pitchFamily="34" charset="0"/>
              </a:rPr>
              <a:t>feature dependencies</a:t>
            </a:r>
            <a:r>
              <a:rPr lang="en-US" sz="1400" dirty="0">
                <a:solidFill>
                  <a:srgbClr val="023047"/>
                </a:solidFill>
                <a:latin typeface="Segoe UI" panose="020B0502040204020203" pitchFamily="34" charset="0"/>
              </a:rPr>
              <a:t> that must be resolved at install</a:t>
            </a:r>
            <a:endParaRPr lang="en-US" sz="1400">
              <a:solidFill>
                <a:srgbClr val="023047"/>
              </a:solidFill>
              <a:latin typeface="Segoe UI" panose="020B0502040204020203" pitchFamily="34" charset="0"/>
            </a:endParaRPr>
          </a:p>
          <a:p>
            <a:pPr marL="342900" indent="-342900">
              <a:spcAft>
                <a:spcPts val="900"/>
              </a:spcAft>
              <a:buSzPct val="100000"/>
              <a:buChar char="•"/>
            </a:pPr>
            <a:r>
              <a:rPr lang="en-US" sz="1400" dirty="0">
                <a:solidFill>
                  <a:srgbClr val="023047"/>
                </a:solidFill>
                <a:latin typeface="Segoe UI" panose="020B0502040204020203" pitchFamily="34" charset="0"/>
              </a:rPr>
              <a:t>Management tools are </a:t>
            </a:r>
            <a:r>
              <a:rPr lang="en-US" sz="1400" b="1" dirty="0">
                <a:solidFill>
                  <a:srgbClr val="023047"/>
                </a:solidFill>
                <a:latin typeface="Segoe UI" panose="020B0502040204020203" pitchFamily="34" charset="0"/>
              </a:rPr>
              <a:t>not</a:t>
            </a:r>
            <a:r>
              <a:rPr lang="en-US" sz="1400" dirty="0">
                <a:solidFill>
                  <a:srgbClr val="023047"/>
                </a:solidFill>
                <a:latin typeface="Segoe UI" panose="020B0502040204020203" pitchFamily="34" charset="0"/>
              </a:rPr>
              <a:t> included by default via PowerShell — add </a:t>
            </a:r>
            <a:r>
              <a:rPr lang="en-US" sz="1400" b="1" dirty="0">
                <a:solidFill>
                  <a:srgbClr val="023047"/>
                </a:solidFill>
                <a:latin typeface="Segoe UI" panose="020B0502040204020203" pitchFamily="34" charset="0"/>
              </a:rPr>
              <a:t>-IncludeManagementTools</a:t>
            </a:r>
            <a:endParaRPr lang="en-US" sz="1400" b="1">
              <a:solidFill>
                <a:srgbClr val="023047"/>
              </a:solidFill>
              <a:latin typeface="Segoe UI" panose="020B0502040204020203" pitchFamily="34" charset="0"/>
            </a:endParaRPr>
          </a:p>
          <a:p>
            <a:pPr marL="342900" indent="-342900">
              <a:spcAft>
                <a:spcPts val="900"/>
              </a:spcAft>
              <a:buSzPct val="100000"/>
              <a:buChar char="•"/>
            </a:pPr>
            <a:r>
              <a:rPr lang="en-US" sz="1400" dirty="0">
                <a:solidFill>
                  <a:srgbClr val="023047"/>
                </a:solidFill>
                <a:latin typeface="Segoe UI" panose="020B0502040204020203" pitchFamily="34" charset="0"/>
              </a:rPr>
              <a:t>Add </a:t>
            </a:r>
            <a:r>
              <a:rPr lang="en-US" sz="1400" b="1" dirty="0">
                <a:solidFill>
                  <a:srgbClr val="023047"/>
                </a:solidFill>
                <a:latin typeface="Segoe UI" panose="020B0502040204020203" pitchFamily="34" charset="0"/>
              </a:rPr>
              <a:t>-Restart</a:t>
            </a:r>
            <a:r>
              <a:rPr lang="en-US" sz="1400" dirty="0">
                <a:solidFill>
                  <a:srgbClr val="023047"/>
                </a:solidFill>
                <a:latin typeface="Segoe UI" panose="020B0502040204020203" pitchFamily="34" charset="0"/>
              </a:rPr>
              <a:t> to auto-reboot if required; use </a:t>
            </a:r>
            <a:r>
              <a:rPr lang="en-US" sz="1400" b="1" dirty="0">
                <a:solidFill>
                  <a:srgbClr val="023047"/>
                </a:solidFill>
                <a:latin typeface="Segoe UI" panose="020B0502040204020203" pitchFamily="34" charset="0"/>
              </a:rPr>
              <a:t>-WhatIf</a:t>
            </a:r>
            <a:r>
              <a:rPr lang="en-US" sz="1400" dirty="0">
                <a:solidFill>
                  <a:srgbClr val="023047"/>
                </a:solidFill>
                <a:latin typeface="Segoe UI" panose="020B0502040204020203" pitchFamily="34" charset="0"/>
              </a:rPr>
              <a:t> to preview changes first</a:t>
            </a:r>
            <a:endParaRPr lang="en-US" sz="1400">
              <a:solidFill>
                <a:srgbClr val="023047"/>
              </a:solidFill>
              <a:latin typeface="Segoe UI" panose="020B0502040204020203" pitchFamily="34" charset="0"/>
            </a:endParaRPr>
          </a:p>
          <a:p>
            <a:pPr marL="342900" indent="-342900">
              <a:spcAft>
                <a:spcPts val="900"/>
              </a:spcAft>
              <a:buSzPct val="100000"/>
              <a:buChar char="•"/>
            </a:pPr>
            <a:r>
              <a:rPr lang="en-US" sz="1400" dirty="0">
                <a:solidFill>
                  <a:srgbClr val="023047"/>
                </a:solidFill>
                <a:latin typeface="Segoe UI" panose="020B0502040204020203" pitchFamily="34" charset="0"/>
              </a:rPr>
              <a:t>Can target </a:t>
            </a:r>
            <a:r>
              <a:rPr lang="en-US" sz="1400" b="1" dirty="0">
                <a:solidFill>
                  <a:srgbClr val="023047"/>
                </a:solidFill>
                <a:latin typeface="Segoe UI" panose="020B0502040204020203" pitchFamily="34" charset="0"/>
              </a:rPr>
              <a:t>local, remote, or offline VHD</a:t>
            </a:r>
            <a:r>
              <a:rPr lang="en-US" sz="1400" dirty="0">
                <a:solidFill>
                  <a:srgbClr val="023047"/>
                </a:solidFill>
                <a:latin typeface="Segoe UI" panose="020B0502040204020203" pitchFamily="34" charset="0"/>
              </a:rPr>
              <a:t> with -ComputerName or -Vhd parameters</a:t>
            </a:r>
            <a:endParaRPr lang="en-US" sz="1400">
              <a:solidFill>
                <a:srgbClr val="023047"/>
              </a:solidFill>
              <a:latin typeface="Segoe UI" panose="020B0502040204020203" pitchFamily="34" charset="0"/>
            </a:endParaRPr>
          </a:p>
          <a:p>
            <a:pPr marL="342900" indent="-342900">
              <a:spcAft>
                <a:spcPts val="900"/>
              </a:spcAft>
              <a:buSzPct val="100000"/>
              <a:buChar char="•"/>
            </a:pPr>
            <a:r>
              <a:rPr lang="en-US" sz="1400" dirty="0">
                <a:solidFill>
                  <a:srgbClr val="023047"/>
                </a:solidFill>
                <a:latin typeface="Segoe UI" panose="020B0502040204020203" pitchFamily="34" charset="0"/>
              </a:rPr>
              <a:t>Use </a:t>
            </a:r>
            <a:r>
              <a:rPr lang="en-US" sz="1400" b="1" dirty="0">
                <a:solidFill>
                  <a:srgbClr val="023047"/>
                </a:solidFill>
                <a:latin typeface="Segoe UI" panose="020B0502040204020203" pitchFamily="34" charset="0"/>
              </a:rPr>
              <a:t>Get-WindowsFeature</a:t>
            </a:r>
            <a:r>
              <a:rPr lang="en-US" sz="1400" dirty="0">
                <a:solidFill>
                  <a:srgbClr val="023047"/>
                </a:solidFill>
                <a:latin typeface="Segoe UI" panose="020B0502040204020203" pitchFamily="34" charset="0"/>
              </a:rPr>
              <a:t> to list all available and installed roles before making changes</a:t>
            </a:r>
            <a:endParaRPr lang="en-US" sz="1400">
              <a:solidFill>
                <a:srgbClr val="023047"/>
              </a:solidFill>
              <a:latin typeface="Segoe UI" panose="020B0502040204020203" pitchFamily="34" charset="0"/>
            </a:endParaRPr>
          </a:p>
        </p:txBody>
      </p:sp>
      <p:sp>
        <p:nvSpPr>
          <p:cNvPr id="10" name="Course footer">
            <a:extLst>
              <a:ext uri="{FF2B5EF4-FFF2-40B4-BE49-F238E27FC236}">
                <a16:creationId xmlns:a16="http://schemas.microsoft.com/office/drawing/2014/main" id="{B60AD6D1-95B4-0381-4746-915880B45969}"/>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5 | Common Administrative Tasks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11" name="TextBox 10">
            <a:extLst>
              <a:ext uri="{FF2B5EF4-FFF2-40B4-BE49-F238E27FC236}">
                <a16:creationId xmlns:a16="http://schemas.microsoft.com/office/drawing/2014/main" id="{623C082C-807A-1573-D44A-7842268F152E}"/>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04</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3472735309"/>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81FC0B-820C-34EF-6A88-4E2935AEBD24}"/>
              </a:ext>
            </a:extLst>
          </p:cNvPr>
          <p:cNvSpPr>
            <a:spLocks noGrp="1"/>
          </p:cNvSpPr>
          <p:nvPr>
            <p:ph type="title"/>
          </p:nvPr>
        </p:nvSpPr>
        <p:spPr/>
        <p:txBody>
          <a:bodyPr wrap="square">
            <a:noAutofit/>
          </a:bodyPr>
          <a:lstStyle/>
          <a:p>
            <a:r>
              <a:rPr lang="en-GB"/>
              <a:t>5.2 Managing Services</a:t>
            </a:r>
          </a:p>
        </p:txBody>
      </p:sp>
      <p:sp>
        <p:nvSpPr>
          <p:cNvPr id="3" name="Text 6">
            <a:extLst>
              <a:ext uri="{FF2B5EF4-FFF2-40B4-BE49-F238E27FC236}">
                <a16:creationId xmlns:a16="http://schemas.microsoft.com/office/drawing/2014/main" id="{20519A35-9845-F43C-3A71-39D5ECB1ED40}"/>
              </a:ext>
            </a:extLst>
          </p:cNvPr>
          <p:cNvSpPr/>
          <p:nvPr/>
        </p:nvSpPr>
        <p:spPr>
          <a:xfrm>
            <a:off x="254000" y="879951"/>
            <a:ext cx="8636000" cy="3977640"/>
          </a:xfrm>
          <a:prstGeom prst="rect">
            <a:avLst/>
          </a:prstGeom>
          <a:noFill/>
          <a:ln/>
        </p:spPr>
        <p:txBody>
          <a:bodyPr wrap="square" lIns="0" tIns="0" rIns="0" bIns="0" rtlCol="0" anchor="ctr">
            <a:normAutofit/>
          </a:bodyPr>
          <a:lstStyle/>
          <a:p>
            <a:pPr marL="0" indent="0">
              <a:spcAft>
                <a:spcPts val="900"/>
              </a:spcAft>
              <a:buNone/>
            </a:pPr>
            <a:r>
              <a:rPr lang="en-US" sz="1400" b="1" dirty="0">
                <a:solidFill>
                  <a:srgbClr val="023047"/>
                </a:solidFill>
                <a:latin typeface="Segoe UI" panose="020B0502040204020203" pitchFamily="34" charset="0"/>
              </a:rPr>
              <a:t>Services control background processes.</a:t>
            </a:r>
            <a:endParaRPr lang="en-US" sz="1400" b="1">
              <a:solidFill>
                <a:srgbClr val="023047"/>
              </a:solidFill>
              <a:latin typeface="Segoe UI" panose="020B0502040204020203" pitchFamily="34" charset="0"/>
            </a:endParaRPr>
          </a:p>
          <a:p>
            <a:pPr marL="342900" indent="-342900">
              <a:spcAft>
                <a:spcPts val="900"/>
              </a:spcAft>
              <a:buSzPct val="100000"/>
              <a:buChar char="•"/>
            </a:pPr>
            <a:r>
              <a:rPr lang="en-US" sz="1400" dirty="0">
                <a:solidFill>
                  <a:srgbClr val="023047"/>
                </a:solidFill>
                <a:latin typeface="Segoe UI" panose="020B0502040204020203" pitchFamily="34" charset="0"/>
              </a:rPr>
              <a:t>The </a:t>
            </a:r>
            <a:r>
              <a:rPr lang="en-US" sz="1400" b="1" dirty="0">
                <a:solidFill>
                  <a:srgbClr val="023047"/>
                </a:solidFill>
                <a:latin typeface="Segoe UI" panose="020B0502040204020203" pitchFamily="34" charset="0"/>
              </a:rPr>
              <a:t>Service Control Manager (SCM)</a:t>
            </a:r>
            <a:r>
              <a:rPr lang="en-US" sz="1400" dirty="0">
                <a:solidFill>
                  <a:srgbClr val="023047"/>
                </a:solidFill>
                <a:latin typeface="Segoe UI" panose="020B0502040204020203" pitchFamily="34" charset="0"/>
              </a:rPr>
              <a:t> manages all service lifecycle — starting, stopping, and recovery</a:t>
            </a:r>
            <a:endParaRPr lang="en-US" sz="1400">
              <a:solidFill>
                <a:srgbClr val="023047"/>
              </a:solidFill>
              <a:latin typeface="Segoe UI" panose="020B0502040204020203" pitchFamily="34" charset="0"/>
            </a:endParaRPr>
          </a:p>
          <a:p>
            <a:pPr marL="342900" indent="-342900">
              <a:spcAft>
                <a:spcPts val="900"/>
              </a:spcAft>
              <a:buSzPct val="100000"/>
              <a:buChar char="•"/>
            </a:pPr>
            <a:r>
              <a:rPr lang="en-US" sz="1400" dirty="0">
                <a:solidFill>
                  <a:srgbClr val="023047"/>
                </a:solidFill>
                <a:latin typeface="Segoe UI" panose="020B0502040204020203" pitchFamily="34" charset="0"/>
              </a:rPr>
              <a:t>Startup types: </a:t>
            </a:r>
            <a:r>
              <a:rPr lang="en-US" sz="1400" b="1" dirty="0">
                <a:solidFill>
                  <a:srgbClr val="023047"/>
                </a:solidFill>
                <a:latin typeface="Segoe UI" panose="020B0502040204020203" pitchFamily="34" charset="0"/>
              </a:rPr>
              <a:t>Automatic</a:t>
            </a:r>
            <a:r>
              <a:rPr lang="en-US" sz="1400" dirty="0">
                <a:solidFill>
                  <a:srgbClr val="023047"/>
                </a:solidFill>
                <a:latin typeface="Segoe UI" panose="020B0502040204020203" pitchFamily="34" charset="0"/>
              </a:rPr>
              <a:t>, </a:t>
            </a:r>
            <a:r>
              <a:rPr lang="en-US" sz="1400" b="1" dirty="0">
                <a:solidFill>
                  <a:srgbClr val="023047"/>
                </a:solidFill>
                <a:latin typeface="Segoe UI" panose="020B0502040204020203" pitchFamily="34" charset="0"/>
              </a:rPr>
              <a:t>Automatic (Delayed)</a:t>
            </a:r>
            <a:r>
              <a:rPr lang="en-US" sz="1400" dirty="0">
                <a:solidFill>
                  <a:srgbClr val="023047"/>
                </a:solidFill>
                <a:latin typeface="Segoe UI" panose="020B0502040204020203" pitchFamily="34" charset="0"/>
              </a:rPr>
              <a:t>, </a:t>
            </a:r>
            <a:r>
              <a:rPr lang="en-US" sz="1400" b="1" dirty="0">
                <a:solidFill>
                  <a:srgbClr val="023047"/>
                </a:solidFill>
                <a:latin typeface="Segoe UI" panose="020B0502040204020203" pitchFamily="34" charset="0"/>
              </a:rPr>
              <a:t>Manual</a:t>
            </a:r>
            <a:r>
              <a:rPr lang="en-US" sz="1400" dirty="0">
                <a:solidFill>
                  <a:srgbClr val="023047"/>
                </a:solidFill>
                <a:latin typeface="Segoe UI" panose="020B0502040204020203" pitchFamily="34" charset="0"/>
              </a:rPr>
              <a:t>, </a:t>
            </a:r>
            <a:r>
              <a:rPr lang="en-US" sz="1400" b="1" dirty="0">
                <a:solidFill>
                  <a:srgbClr val="023047"/>
                </a:solidFill>
                <a:latin typeface="Segoe UI" panose="020B0502040204020203" pitchFamily="34" charset="0"/>
              </a:rPr>
              <a:t>Trigger Start</a:t>
            </a:r>
            <a:r>
              <a:rPr lang="en-US" sz="1400" dirty="0">
                <a:solidFill>
                  <a:srgbClr val="023047"/>
                </a:solidFill>
                <a:latin typeface="Segoe UI" panose="020B0502040204020203" pitchFamily="34" charset="0"/>
              </a:rPr>
              <a:t>, and </a:t>
            </a:r>
            <a:r>
              <a:rPr lang="en-US" sz="1400" b="1" dirty="0">
                <a:solidFill>
                  <a:srgbClr val="023047"/>
                </a:solidFill>
                <a:latin typeface="Segoe UI" panose="020B0502040204020203" pitchFamily="34" charset="0"/>
              </a:rPr>
              <a:t>Disabled</a:t>
            </a:r>
            <a:endParaRPr lang="en-US" sz="1400" b="1">
              <a:solidFill>
                <a:srgbClr val="023047"/>
              </a:solidFill>
              <a:latin typeface="Segoe UI" panose="020B0502040204020203" pitchFamily="34" charset="0"/>
            </a:endParaRPr>
          </a:p>
          <a:p>
            <a:pPr marL="342900" indent="-342900">
              <a:spcAft>
                <a:spcPts val="900"/>
              </a:spcAft>
              <a:buSzPct val="100000"/>
              <a:buChar char="•"/>
            </a:pPr>
            <a:r>
              <a:rPr lang="en-US" sz="1400" dirty="0">
                <a:solidFill>
                  <a:srgbClr val="023047"/>
                </a:solidFill>
                <a:latin typeface="Segoe UI" panose="020B0502040204020203" pitchFamily="34" charset="0"/>
              </a:rPr>
              <a:t>Use </a:t>
            </a:r>
            <a:r>
              <a:rPr lang="en-US" sz="1400" b="1" dirty="0">
                <a:solidFill>
                  <a:srgbClr val="023047"/>
                </a:solidFill>
                <a:latin typeface="Segoe UI" panose="020B0502040204020203" pitchFamily="34" charset="0"/>
              </a:rPr>
              <a:t>services.msc</a:t>
            </a:r>
            <a:r>
              <a:rPr lang="en-US" sz="1400" dirty="0">
                <a:solidFill>
                  <a:srgbClr val="023047"/>
                </a:solidFill>
                <a:latin typeface="Segoe UI" panose="020B0502040204020203" pitchFamily="34" charset="0"/>
              </a:rPr>
              <a:t> (GUI) or </a:t>
            </a:r>
            <a:r>
              <a:rPr lang="en-US" sz="1400" b="1" dirty="0">
                <a:solidFill>
                  <a:srgbClr val="023047"/>
                </a:solidFill>
                <a:latin typeface="Segoe UI" panose="020B0502040204020203" pitchFamily="34" charset="0"/>
              </a:rPr>
              <a:t>Get-Service / Start-Service / Stop-Service</a:t>
            </a:r>
            <a:r>
              <a:rPr lang="en-US" sz="1400" dirty="0">
                <a:solidFill>
                  <a:srgbClr val="023047"/>
                </a:solidFill>
                <a:latin typeface="Segoe UI" panose="020B0502040204020203" pitchFamily="34" charset="0"/>
              </a:rPr>
              <a:t> (PowerShell)</a:t>
            </a:r>
            <a:endParaRPr lang="en-US" sz="1400">
              <a:solidFill>
                <a:srgbClr val="023047"/>
              </a:solidFill>
              <a:latin typeface="Segoe UI" panose="020B0502040204020203" pitchFamily="34" charset="0"/>
            </a:endParaRPr>
          </a:p>
          <a:p>
            <a:pPr marL="342900" indent="-342900">
              <a:spcAft>
                <a:spcPts val="900"/>
              </a:spcAft>
              <a:buSzPct val="100000"/>
              <a:buChar char="•"/>
            </a:pPr>
            <a:r>
              <a:rPr lang="en-US" sz="1400" dirty="0">
                <a:solidFill>
                  <a:srgbClr val="023047"/>
                </a:solidFill>
                <a:latin typeface="Segoe UI" panose="020B0502040204020203" pitchFamily="34" charset="0"/>
              </a:rPr>
              <a:t>Services run under identity accounts: </a:t>
            </a:r>
            <a:r>
              <a:rPr lang="en-US" sz="1400" b="1" dirty="0">
                <a:solidFill>
                  <a:srgbClr val="023047"/>
                </a:solidFill>
                <a:latin typeface="Segoe UI" panose="020B0502040204020203" pitchFamily="34" charset="0"/>
              </a:rPr>
              <a:t>Local System</a:t>
            </a:r>
            <a:r>
              <a:rPr lang="en-US" sz="1400" dirty="0">
                <a:solidFill>
                  <a:srgbClr val="023047"/>
                </a:solidFill>
                <a:latin typeface="Segoe UI" panose="020B0502040204020203" pitchFamily="34" charset="0"/>
              </a:rPr>
              <a:t>, </a:t>
            </a:r>
            <a:r>
              <a:rPr lang="en-US" sz="1400" b="1" dirty="0">
                <a:solidFill>
                  <a:srgbClr val="023047"/>
                </a:solidFill>
                <a:latin typeface="Segoe UI" panose="020B0502040204020203" pitchFamily="34" charset="0"/>
              </a:rPr>
              <a:t>Network Service</a:t>
            </a:r>
            <a:r>
              <a:rPr lang="en-US" sz="1400" dirty="0">
                <a:solidFill>
                  <a:srgbClr val="023047"/>
                </a:solidFill>
                <a:latin typeface="Segoe UI" panose="020B0502040204020203" pitchFamily="34" charset="0"/>
              </a:rPr>
              <a:t>, </a:t>
            </a:r>
            <a:r>
              <a:rPr lang="en-US" sz="1400" b="1" dirty="0">
                <a:solidFill>
                  <a:srgbClr val="023047"/>
                </a:solidFill>
                <a:latin typeface="Segoe UI" panose="020B0502040204020203" pitchFamily="34" charset="0"/>
              </a:rPr>
              <a:t>Local Service</a:t>
            </a:r>
            <a:r>
              <a:rPr lang="en-US" sz="1400" dirty="0">
                <a:solidFill>
                  <a:srgbClr val="023047"/>
                </a:solidFill>
                <a:latin typeface="Segoe UI" panose="020B0502040204020203" pitchFamily="34" charset="0"/>
              </a:rPr>
              <a:t>, or </a:t>
            </a:r>
            <a:r>
              <a:rPr lang="en-US" sz="1400" b="1" dirty="0">
                <a:solidFill>
                  <a:srgbClr val="023047"/>
                </a:solidFill>
                <a:latin typeface="Segoe UI" panose="020B0502040204020203" pitchFamily="34" charset="0"/>
              </a:rPr>
              <a:t>gMSA</a:t>
            </a:r>
            <a:endParaRPr lang="en-US" sz="1400" b="1">
              <a:solidFill>
                <a:srgbClr val="023047"/>
              </a:solidFill>
              <a:latin typeface="Segoe UI" panose="020B0502040204020203" pitchFamily="34" charset="0"/>
            </a:endParaRPr>
          </a:p>
          <a:p>
            <a:pPr marL="342900" indent="-342900">
              <a:spcAft>
                <a:spcPts val="900"/>
              </a:spcAft>
              <a:buSzPct val="100000"/>
              <a:buChar char="•"/>
            </a:pPr>
            <a:r>
              <a:rPr lang="en-US" sz="1400" dirty="0">
                <a:solidFill>
                  <a:srgbClr val="023047"/>
                </a:solidFill>
                <a:latin typeface="Segoe UI" panose="020B0502040204020203" pitchFamily="34" charset="0"/>
              </a:rPr>
              <a:t>Configure </a:t>
            </a:r>
            <a:r>
              <a:rPr lang="en-US" sz="1400" b="1" dirty="0">
                <a:solidFill>
                  <a:srgbClr val="023047"/>
                </a:solidFill>
                <a:latin typeface="Segoe UI" panose="020B0502040204020203" pitchFamily="34" charset="0"/>
              </a:rPr>
              <a:t>recovery actions</a:t>
            </a:r>
            <a:r>
              <a:rPr lang="en-US" sz="1400" dirty="0">
                <a:solidFill>
                  <a:srgbClr val="023047"/>
                </a:solidFill>
                <a:latin typeface="Segoe UI" panose="020B0502040204020203" pitchFamily="34" charset="0"/>
              </a:rPr>
              <a:t> (restart, run program, reboot) for first, second, and subsequent failures</a:t>
            </a:r>
            <a:endParaRPr lang="en-US" sz="1400">
              <a:solidFill>
                <a:srgbClr val="023047"/>
              </a:solidFill>
              <a:latin typeface="Segoe UI" panose="020B0502040204020203" pitchFamily="34" charset="0"/>
            </a:endParaRPr>
          </a:p>
          <a:p>
            <a:pPr marL="342900" indent="-342900">
              <a:spcAft>
                <a:spcPts val="900"/>
              </a:spcAft>
              <a:buSzPct val="100000"/>
              <a:buChar char="•"/>
            </a:pPr>
            <a:r>
              <a:rPr lang="en-US" sz="1400" dirty="0">
                <a:solidFill>
                  <a:srgbClr val="023047"/>
                </a:solidFill>
                <a:latin typeface="Segoe UI" panose="020B0502040204020203" pitchFamily="34" charset="0"/>
              </a:rPr>
              <a:t>Never stop the </a:t>
            </a:r>
            <a:r>
              <a:rPr lang="en-US" sz="1400" b="1" dirty="0">
                <a:solidFill>
                  <a:srgbClr val="023047"/>
                </a:solidFill>
                <a:latin typeface="Segoe UI" panose="020B0502040204020203" pitchFamily="34" charset="0"/>
              </a:rPr>
              <a:t>Windows Defender Firewall service (MpsSvc)</a:t>
            </a:r>
            <a:r>
              <a:rPr lang="en-US" sz="1400" dirty="0">
                <a:solidFill>
                  <a:srgbClr val="023047"/>
                </a:solidFill>
                <a:latin typeface="Segoe UI" panose="020B0502040204020203" pitchFamily="34" charset="0"/>
              </a:rPr>
              <a:t> directly — disable profiles instead</a:t>
            </a:r>
            <a:endParaRPr lang="en-US" sz="1400">
              <a:solidFill>
                <a:srgbClr val="023047"/>
              </a:solidFill>
              <a:latin typeface="Segoe UI" panose="020B0502040204020203" pitchFamily="34" charset="0"/>
            </a:endParaRPr>
          </a:p>
        </p:txBody>
      </p:sp>
      <p:sp>
        <p:nvSpPr>
          <p:cNvPr id="10" name="Course footer">
            <a:extLst>
              <a:ext uri="{FF2B5EF4-FFF2-40B4-BE49-F238E27FC236}">
                <a16:creationId xmlns:a16="http://schemas.microsoft.com/office/drawing/2014/main" id="{14E73C9E-A834-3338-B43E-39828E7ADCFF}"/>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5 | Common Administrative Tasks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11" name="TextBox 10">
            <a:extLst>
              <a:ext uri="{FF2B5EF4-FFF2-40B4-BE49-F238E27FC236}">
                <a16:creationId xmlns:a16="http://schemas.microsoft.com/office/drawing/2014/main" id="{15CF67D0-6C94-E993-7C3D-7C3A878154D4}"/>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05</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4051824332"/>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2D4507-C1A7-3F7D-2754-81EDF74A49F4}"/>
              </a:ext>
            </a:extLst>
          </p:cNvPr>
          <p:cNvSpPr>
            <a:spLocks noGrp="1"/>
          </p:cNvSpPr>
          <p:nvPr>
            <p:ph type="title"/>
          </p:nvPr>
        </p:nvSpPr>
        <p:spPr/>
        <p:txBody>
          <a:bodyPr wrap="square">
            <a:noAutofit/>
          </a:bodyPr>
          <a:lstStyle/>
          <a:p>
            <a:r>
              <a:rPr lang="en-GB"/>
              <a:t>5.3 Reviewing Events</a:t>
            </a:r>
          </a:p>
        </p:txBody>
      </p:sp>
      <p:sp>
        <p:nvSpPr>
          <p:cNvPr id="3" name="Text 6">
            <a:extLst>
              <a:ext uri="{FF2B5EF4-FFF2-40B4-BE49-F238E27FC236}">
                <a16:creationId xmlns:a16="http://schemas.microsoft.com/office/drawing/2014/main" id="{018E114A-0367-F59F-269C-D5E6F2A04F35}"/>
              </a:ext>
            </a:extLst>
          </p:cNvPr>
          <p:cNvSpPr/>
          <p:nvPr/>
        </p:nvSpPr>
        <p:spPr>
          <a:xfrm>
            <a:off x="254000" y="879951"/>
            <a:ext cx="8636000" cy="3977640"/>
          </a:xfrm>
          <a:prstGeom prst="rect">
            <a:avLst/>
          </a:prstGeom>
          <a:noFill/>
          <a:ln/>
        </p:spPr>
        <p:txBody>
          <a:bodyPr wrap="square" lIns="0" tIns="0" rIns="0" bIns="0" rtlCol="0" anchor="ctr">
            <a:normAutofit/>
          </a:bodyPr>
          <a:lstStyle/>
          <a:p>
            <a:pPr marL="0" indent="0">
              <a:spcAft>
                <a:spcPts val="900"/>
              </a:spcAft>
              <a:buNone/>
            </a:pPr>
            <a:r>
              <a:rPr lang="en-US" sz="1400" b="1" dirty="0">
                <a:solidFill>
                  <a:srgbClr val="023047"/>
                </a:solidFill>
                <a:latin typeface="Segoe UI" panose="020B0502040204020203" pitchFamily="34" charset="0"/>
              </a:rPr>
              <a:t>Events show system behavior and problems.</a:t>
            </a:r>
            <a:endParaRPr lang="en-US" sz="1400" b="1">
              <a:solidFill>
                <a:srgbClr val="023047"/>
              </a:solidFill>
              <a:latin typeface="Segoe UI" panose="020B0502040204020203" pitchFamily="34" charset="0"/>
            </a:endParaRPr>
          </a:p>
          <a:p>
            <a:pPr marL="342900" indent="-342900">
              <a:spcAft>
                <a:spcPts val="900"/>
              </a:spcAft>
              <a:buSzPct val="100000"/>
              <a:buChar char="•"/>
            </a:pPr>
            <a:r>
              <a:rPr lang="en-US" sz="1400" dirty="0">
                <a:solidFill>
                  <a:srgbClr val="023047"/>
                </a:solidFill>
                <a:latin typeface="Segoe UI" panose="020B0502040204020203" pitchFamily="34" charset="0"/>
              </a:rPr>
              <a:t>Core logs: </a:t>
            </a:r>
            <a:r>
              <a:rPr lang="en-US" sz="1400" b="1" dirty="0">
                <a:solidFill>
                  <a:srgbClr val="023047"/>
                </a:solidFill>
                <a:latin typeface="Segoe UI" panose="020B0502040204020203" pitchFamily="34" charset="0"/>
              </a:rPr>
              <a:t>Application</a:t>
            </a:r>
            <a:r>
              <a:rPr lang="en-US" sz="1400" dirty="0">
                <a:solidFill>
                  <a:srgbClr val="023047"/>
                </a:solidFill>
                <a:latin typeface="Segoe UI" panose="020B0502040204020203" pitchFamily="34" charset="0"/>
              </a:rPr>
              <a:t>, </a:t>
            </a:r>
            <a:r>
              <a:rPr lang="en-US" sz="1400" b="1" dirty="0">
                <a:solidFill>
                  <a:srgbClr val="023047"/>
                </a:solidFill>
                <a:latin typeface="Segoe UI" panose="020B0502040204020203" pitchFamily="34" charset="0"/>
              </a:rPr>
              <a:t>System</a:t>
            </a:r>
            <a:r>
              <a:rPr lang="en-US" sz="1400" dirty="0">
                <a:solidFill>
                  <a:srgbClr val="023047"/>
                </a:solidFill>
                <a:latin typeface="Segoe UI" panose="020B0502040204020203" pitchFamily="34" charset="0"/>
              </a:rPr>
              <a:t>, </a:t>
            </a:r>
            <a:r>
              <a:rPr lang="en-US" sz="1400" b="1" dirty="0">
                <a:solidFill>
                  <a:srgbClr val="023047"/>
                </a:solidFill>
                <a:latin typeface="Segoe UI" panose="020B0502040204020203" pitchFamily="34" charset="0"/>
              </a:rPr>
              <a:t>Security</a:t>
            </a:r>
            <a:r>
              <a:rPr lang="en-US" sz="1400" dirty="0">
                <a:solidFill>
                  <a:srgbClr val="023047"/>
                </a:solidFill>
                <a:latin typeface="Segoe UI" panose="020B0502040204020203" pitchFamily="34" charset="0"/>
              </a:rPr>
              <a:t>, and </a:t>
            </a:r>
            <a:r>
              <a:rPr lang="en-US" sz="1400" b="1" dirty="0">
                <a:solidFill>
                  <a:srgbClr val="023047"/>
                </a:solidFill>
                <a:latin typeface="Segoe UI" panose="020B0502040204020203" pitchFamily="34" charset="0"/>
              </a:rPr>
              <a:t>Setup</a:t>
            </a:r>
            <a:r>
              <a:rPr lang="en-US" sz="1400" dirty="0">
                <a:solidFill>
                  <a:srgbClr val="023047"/>
                </a:solidFill>
                <a:latin typeface="Segoe UI" panose="020B0502040204020203" pitchFamily="34" charset="0"/>
              </a:rPr>
              <a:t> — access via </a:t>
            </a:r>
            <a:r>
              <a:rPr lang="en-US" sz="1400" b="1" dirty="0">
                <a:solidFill>
                  <a:srgbClr val="023047"/>
                </a:solidFill>
                <a:latin typeface="Segoe UI" panose="020B0502040204020203" pitchFamily="34" charset="0"/>
              </a:rPr>
              <a:t>eventvwr.msc</a:t>
            </a:r>
            <a:endParaRPr lang="en-US" sz="1400" b="1">
              <a:solidFill>
                <a:srgbClr val="023047"/>
              </a:solidFill>
              <a:latin typeface="Segoe UI" panose="020B0502040204020203" pitchFamily="34" charset="0"/>
            </a:endParaRPr>
          </a:p>
          <a:p>
            <a:pPr marL="342900" indent="-342900">
              <a:spcAft>
                <a:spcPts val="900"/>
              </a:spcAft>
              <a:buSzPct val="100000"/>
              <a:buChar char="•"/>
            </a:pPr>
            <a:r>
              <a:rPr lang="en-US" sz="1400" dirty="0">
                <a:solidFill>
                  <a:srgbClr val="023047"/>
                </a:solidFill>
                <a:latin typeface="Segoe UI" panose="020B0502040204020203" pitchFamily="34" charset="0"/>
              </a:rPr>
              <a:t>Use </a:t>
            </a:r>
            <a:r>
              <a:rPr lang="en-US" sz="1400" b="1" dirty="0">
                <a:solidFill>
                  <a:srgbClr val="023047"/>
                </a:solidFill>
                <a:latin typeface="Segoe UI" panose="020B0502040204020203" pitchFamily="34" charset="0"/>
              </a:rPr>
              <a:t>Get-WinEvent</a:t>
            </a:r>
            <a:r>
              <a:rPr lang="en-US" sz="1400" dirty="0">
                <a:solidFill>
                  <a:srgbClr val="023047"/>
                </a:solidFill>
                <a:latin typeface="Segoe UI" panose="020B0502040204020203" pitchFamily="34" charset="0"/>
              </a:rPr>
              <a:t> (modern cmdlet); replaces deprecated </a:t>
            </a:r>
            <a:r>
              <a:rPr lang="en-US" sz="1400" b="1" dirty="0">
                <a:solidFill>
                  <a:srgbClr val="023047"/>
                </a:solidFill>
                <a:latin typeface="Segoe UI" panose="020B0502040204020203" pitchFamily="34" charset="0"/>
              </a:rPr>
              <a:t>Get-EventLog</a:t>
            </a:r>
            <a:r>
              <a:rPr lang="en-US" sz="1400" dirty="0">
                <a:solidFill>
                  <a:srgbClr val="023047"/>
                </a:solidFill>
                <a:latin typeface="Segoe UI" panose="020B0502040204020203" pitchFamily="34" charset="0"/>
              </a:rPr>
              <a:t> for all Windows Vista+ logs</a:t>
            </a:r>
            <a:endParaRPr lang="en-US" sz="1400">
              <a:solidFill>
                <a:srgbClr val="023047"/>
              </a:solidFill>
              <a:latin typeface="Segoe UI" panose="020B0502040204020203" pitchFamily="34" charset="0"/>
            </a:endParaRPr>
          </a:p>
          <a:p>
            <a:pPr marL="342900" indent="-342900">
              <a:spcAft>
                <a:spcPts val="900"/>
              </a:spcAft>
              <a:buSzPct val="100000"/>
              <a:buChar char="•"/>
            </a:pPr>
            <a:r>
              <a:rPr lang="en-US" sz="1400" dirty="0">
                <a:solidFill>
                  <a:srgbClr val="023047"/>
                </a:solidFill>
                <a:latin typeface="Segoe UI" panose="020B0502040204020203" pitchFamily="34" charset="0"/>
              </a:rPr>
              <a:t>Filter efficiently with </a:t>
            </a:r>
            <a:r>
              <a:rPr lang="en-US" sz="1400" b="1" dirty="0">
                <a:solidFill>
                  <a:srgbClr val="023047"/>
                </a:solidFill>
                <a:latin typeface="Segoe UI" panose="020B0502040204020203" pitchFamily="34" charset="0"/>
              </a:rPr>
              <a:t>-FilterHashtable</a:t>
            </a:r>
            <a:r>
              <a:rPr lang="en-US" sz="1400" dirty="0">
                <a:solidFill>
                  <a:srgbClr val="023047"/>
                </a:solidFill>
                <a:latin typeface="Segoe UI" panose="020B0502040204020203" pitchFamily="34" charset="0"/>
              </a:rPr>
              <a:t>: LogName, Id, Level, StartTime, ProviderName</a:t>
            </a:r>
            <a:endParaRPr lang="en-US" sz="1400">
              <a:solidFill>
                <a:srgbClr val="023047"/>
              </a:solidFill>
              <a:latin typeface="Segoe UI" panose="020B0502040204020203" pitchFamily="34" charset="0"/>
            </a:endParaRPr>
          </a:p>
          <a:p>
            <a:pPr marL="342900" indent="-342900">
              <a:spcAft>
                <a:spcPts val="900"/>
              </a:spcAft>
              <a:buSzPct val="100000"/>
              <a:buChar char="•"/>
            </a:pPr>
            <a:r>
              <a:rPr lang="en-US" sz="1400" dirty="0">
                <a:solidFill>
                  <a:srgbClr val="023047"/>
                </a:solidFill>
                <a:latin typeface="Segoe UI" panose="020B0502040204020203" pitchFamily="34" charset="0"/>
              </a:rPr>
              <a:t>Key event IDs: </a:t>
            </a:r>
            <a:r>
              <a:rPr lang="en-US" sz="1400" b="1" dirty="0">
                <a:solidFill>
                  <a:srgbClr val="023047"/>
                </a:solidFill>
                <a:latin typeface="Segoe UI" panose="020B0502040204020203" pitchFamily="34" charset="0"/>
              </a:rPr>
              <a:t>6005/6006</a:t>
            </a:r>
            <a:r>
              <a:rPr lang="en-US" sz="1400" dirty="0">
                <a:solidFill>
                  <a:srgbClr val="023047"/>
                </a:solidFill>
                <a:latin typeface="Segoe UI" panose="020B0502040204020203" pitchFamily="34" charset="0"/>
              </a:rPr>
              <a:t> (startup/shutdown), </a:t>
            </a:r>
            <a:r>
              <a:rPr lang="en-US" sz="1400" b="1" dirty="0">
                <a:solidFill>
                  <a:srgbClr val="023047"/>
                </a:solidFill>
                <a:latin typeface="Segoe UI" panose="020B0502040204020203" pitchFamily="34" charset="0"/>
              </a:rPr>
              <a:t>1074</a:t>
            </a:r>
            <a:r>
              <a:rPr lang="en-US" sz="1400" dirty="0">
                <a:solidFill>
                  <a:srgbClr val="023047"/>
                </a:solidFill>
                <a:latin typeface="Segoe UI" panose="020B0502040204020203" pitchFamily="34" charset="0"/>
              </a:rPr>
              <a:t> (planned reboot), </a:t>
            </a:r>
            <a:r>
              <a:rPr lang="en-US" sz="1400" b="1" dirty="0">
                <a:solidFill>
                  <a:srgbClr val="023047"/>
                </a:solidFill>
                <a:latin typeface="Segoe UI" panose="020B0502040204020203" pitchFamily="34" charset="0"/>
              </a:rPr>
              <a:t>6008</a:t>
            </a:r>
            <a:r>
              <a:rPr lang="en-US" sz="1400" dirty="0">
                <a:solidFill>
                  <a:srgbClr val="023047"/>
                </a:solidFill>
                <a:latin typeface="Segoe UI" panose="020B0502040204020203" pitchFamily="34" charset="0"/>
              </a:rPr>
              <a:t> (unexpected shutdown), </a:t>
            </a:r>
            <a:r>
              <a:rPr lang="en-US" sz="1400" b="1" dirty="0">
                <a:solidFill>
                  <a:srgbClr val="023047"/>
                </a:solidFill>
                <a:latin typeface="Segoe UI" panose="020B0502040204020203" pitchFamily="34" charset="0"/>
              </a:rPr>
              <a:t>4719</a:t>
            </a:r>
            <a:r>
              <a:rPr lang="en-US" sz="1400" dirty="0">
                <a:solidFill>
                  <a:srgbClr val="023047"/>
                </a:solidFill>
                <a:latin typeface="Segoe UI" panose="020B0502040204020203" pitchFamily="34" charset="0"/>
              </a:rPr>
              <a:t> (audit policy change)</a:t>
            </a:r>
            <a:endParaRPr lang="en-US" sz="1400">
              <a:solidFill>
                <a:srgbClr val="023047"/>
              </a:solidFill>
              <a:latin typeface="Segoe UI" panose="020B0502040204020203" pitchFamily="34" charset="0"/>
            </a:endParaRPr>
          </a:p>
          <a:p>
            <a:pPr marL="342900" indent="-342900">
              <a:spcAft>
                <a:spcPts val="900"/>
              </a:spcAft>
              <a:buSzPct val="100000"/>
              <a:buChar char="•"/>
            </a:pPr>
            <a:r>
              <a:rPr lang="en-US" sz="1400" dirty="0">
                <a:solidFill>
                  <a:srgbClr val="023047"/>
                </a:solidFill>
                <a:latin typeface="Segoe UI" panose="020B0502040204020203" pitchFamily="34" charset="0"/>
              </a:rPr>
              <a:t>Create </a:t>
            </a:r>
            <a:r>
              <a:rPr lang="en-US" sz="1400" b="1" dirty="0">
                <a:solidFill>
                  <a:srgbClr val="023047"/>
                </a:solidFill>
                <a:latin typeface="Segoe UI" panose="020B0502040204020203" pitchFamily="34" charset="0"/>
              </a:rPr>
              <a:t>Custom Views</a:t>
            </a:r>
            <a:r>
              <a:rPr lang="en-US" sz="1400" dirty="0">
                <a:solidFill>
                  <a:srgbClr val="023047"/>
                </a:solidFill>
                <a:latin typeface="Segoe UI" panose="020B0502040204020203" pitchFamily="34" charset="0"/>
              </a:rPr>
              <a:t> in Event Viewer to filter by source, level, or event ID across multiple logs</a:t>
            </a:r>
            <a:endParaRPr lang="en-US" sz="1400">
              <a:solidFill>
                <a:srgbClr val="023047"/>
              </a:solidFill>
              <a:latin typeface="Segoe UI" panose="020B0502040204020203" pitchFamily="34" charset="0"/>
            </a:endParaRPr>
          </a:p>
          <a:p>
            <a:pPr marL="342900" indent="-342900">
              <a:spcAft>
                <a:spcPts val="900"/>
              </a:spcAft>
              <a:buSzPct val="100000"/>
              <a:buChar char="•"/>
            </a:pPr>
            <a:r>
              <a:rPr lang="en-US" sz="1400" dirty="0">
                <a:solidFill>
                  <a:srgbClr val="023047"/>
                </a:solidFill>
                <a:latin typeface="Segoe UI" panose="020B0502040204020203" pitchFamily="34" charset="0"/>
              </a:rPr>
              <a:t>Audit policy must be configured via GPO — many security events require </a:t>
            </a:r>
            <a:r>
              <a:rPr lang="en-US" sz="1400" b="1" dirty="0">
                <a:solidFill>
                  <a:srgbClr val="023047"/>
                </a:solidFill>
                <a:latin typeface="Segoe UI" panose="020B0502040204020203" pitchFamily="34" charset="0"/>
              </a:rPr>
              <a:t>explicit audit enablement</a:t>
            </a:r>
            <a:r>
              <a:rPr lang="en-US" sz="1400" dirty="0">
                <a:solidFill>
                  <a:srgbClr val="023047"/>
                </a:solidFill>
                <a:latin typeface="Segoe UI" panose="020B0502040204020203" pitchFamily="34" charset="0"/>
              </a:rPr>
              <a:t> before they appear</a:t>
            </a:r>
            <a:endParaRPr lang="en-US" sz="1400">
              <a:solidFill>
                <a:srgbClr val="023047"/>
              </a:solidFill>
              <a:latin typeface="Segoe UI" panose="020B0502040204020203" pitchFamily="34" charset="0"/>
            </a:endParaRPr>
          </a:p>
        </p:txBody>
      </p:sp>
      <p:sp>
        <p:nvSpPr>
          <p:cNvPr id="10" name="Course footer">
            <a:extLst>
              <a:ext uri="{FF2B5EF4-FFF2-40B4-BE49-F238E27FC236}">
                <a16:creationId xmlns:a16="http://schemas.microsoft.com/office/drawing/2014/main" id="{0C48C58B-E4C6-DC4C-9037-1F242656DBFE}"/>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5 | Common Administrative Tasks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11" name="TextBox 10">
            <a:extLst>
              <a:ext uri="{FF2B5EF4-FFF2-40B4-BE49-F238E27FC236}">
                <a16:creationId xmlns:a16="http://schemas.microsoft.com/office/drawing/2014/main" id="{E4ECD9BA-08CF-1AA5-C4D8-30801E9C7656}"/>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06</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1568467338"/>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AC4E98-E716-32B1-7C31-41CFB082F0E1}"/>
              </a:ext>
            </a:extLst>
          </p:cNvPr>
          <p:cNvSpPr>
            <a:spLocks noGrp="1"/>
          </p:cNvSpPr>
          <p:nvPr>
            <p:ph type="title"/>
          </p:nvPr>
        </p:nvSpPr>
        <p:spPr/>
        <p:txBody>
          <a:bodyPr wrap="square">
            <a:noAutofit/>
          </a:bodyPr>
          <a:lstStyle/>
          <a:p>
            <a:r>
              <a:rPr lang="en-GB"/>
              <a:t>5.4 Configuring Firewall</a:t>
            </a:r>
          </a:p>
        </p:txBody>
      </p:sp>
      <p:sp>
        <p:nvSpPr>
          <p:cNvPr id="3" name="Text 6">
            <a:extLst>
              <a:ext uri="{FF2B5EF4-FFF2-40B4-BE49-F238E27FC236}">
                <a16:creationId xmlns:a16="http://schemas.microsoft.com/office/drawing/2014/main" id="{309A9630-B8FF-FB5E-854C-B0A0A21DCF93}"/>
              </a:ext>
            </a:extLst>
          </p:cNvPr>
          <p:cNvSpPr/>
          <p:nvPr/>
        </p:nvSpPr>
        <p:spPr>
          <a:xfrm>
            <a:off x="254000" y="879951"/>
            <a:ext cx="8636000" cy="3977640"/>
          </a:xfrm>
          <a:prstGeom prst="rect">
            <a:avLst/>
          </a:prstGeom>
          <a:noFill/>
          <a:ln/>
        </p:spPr>
        <p:txBody>
          <a:bodyPr wrap="square" lIns="0" tIns="0" rIns="0" bIns="0" rtlCol="0" anchor="ctr">
            <a:normAutofit/>
          </a:bodyPr>
          <a:lstStyle/>
          <a:p>
            <a:pPr marL="0" indent="0">
              <a:spcAft>
                <a:spcPts val="900"/>
              </a:spcAft>
              <a:buNone/>
            </a:pPr>
            <a:r>
              <a:rPr lang="en-US" sz="1400" b="1" dirty="0">
                <a:solidFill>
                  <a:srgbClr val="023047"/>
                </a:solidFill>
                <a:latin typeface="Segoe UI" panose="020B0502040204020203" pitchFamily="34" charset="0"/>
              </a:rPr>
              <a:t>Firewall controls network exposure.</a:t>
            </a:r>
            <a:endParaRPr lang="en-US" sz="1400" b="1">
              <a:solidFill>
                <a:srgbClr val="023047"/>
              </a:solidFill>
              <a:latin typeface="Segoe UI" panose="020B0502040204020203" pitchFamily="34" charset="0"/>
            </a:endParaRPr>
          </a:p>
          <a:p>
            <a:pPr marL="342900" indent="-342900">
              <a:spcAft>
                <a:spcPts val="900"/>
              </a:spcAft>
              <a:buSzPct val="100000"/>
              <a:buChar char="•"/>
            </a:pPr>
            <a:r>
              <a:rPr lang="en-US" sz="1400" dirty="0">
                <a:solidFill>
                  <a:srgbClr val="023047"/>
                </a:solidFill>
                <a:latin typeface="Segoe UI" panose="020B0502040204020203" pitchFamily="34" charset="0"/>
              </a:rPr>
              <a:t>Three profiles: </a:t>
            </a:r>
            <a:r>
              <a:rPr lang="en-US" sz="1400" b="1" dirty="0">
                <a:solidFill>
                  <a:srgbClr val="023047"/>
                </a:solidFill>
                <a:latin typeface="Segoe UI" panose="020B0502040204020203" pitchFamily="34" charset="0"/>
              </a:rPr>
              <a:t>Domain</a:t>
            </a:r>
            <a:r>
              <a:rPr lang="en-US" sz="1400" dirty="0">
                <a:solidFill>
                  <a:srgbClr val="023047"/>
                </a:solidFill>
                <a:latin typeface="Segoe UI" panose="020B0502040204020203" pitchFamily="34" charset="0"/>
              </a:rPr>
              <a:t>, </a:t>
            </a:r>
            <a:r>
              <a:rPr lang="en-US" sz="1400" b="1" dirty="0">
                <a:solidFill>
                  <a:srgbClr val="023047"/>
                </a:solidFill>
                <a:latin typeface="Segoe UI" panose="020B0502040204020203" pitchFamily="34" charset="0"/>
              </a:rPr>
              <a:t>Private</a:t>
            </a:r>
            <a:r>
              <a:rPr lang="en-US" sz="1400" dirty="0">
                <a:solidFill>
                  <a:srgbClr val="023047"/>
                </a:solidFill>
                <a:latin typeface="Segoe UI" panose="020B0502040204020203" pitchFamily="34" charset="0"/>
              </a:rPr>
              <a:t>, and </a:t>
            </a:r>
            <a:r>
              <a:rPr lang="en-US" sz="1400" b="1" dirty="0">
                <a:solidFill>
                  <a:srgbClr val="023047"/>
                </a:solidFill>
                <a:latin typeface="Segoe UI" panose="020B0502040204020203" pitchFamily="34" charset="0"/>
              </a:rPr>
              <a:t>Public</a:t>
            </a:r>
            <a:r>
              <a:rPr lang="en-US" sz="1400" dirty="0">
                <a:solidFill>
                  <a:srgbClr val="023047"/>
                </a:solidFill>
                <a:latin typeface="Segoe UI" panose="020B0502040204020203" pitchFamily="34" charset="0"/>
              </a:rPr>
              <a:t> — rules apply per active network profile</a:t>
            </a:r>
            <a:endParaRPr lang="en-US" sz="1400">
              <a:solidFill>
                <a:srgbClr val="023047"/>
              </a:solidFill>
              <a:latin typeface="Segoe UI" panose="020B0502040204020203" pitchFamily="34" charset="0"/>
            </a:endParaRPr>
          </a:p>
          <a:p>
            <a:pPr marL="342900" indent="-342900">
              <a:spcAft>
                <a:spcPts val="900"/>
              </a:spcAft>
              <a:buSzPct val="100000"/>
              <a:buChar char="•"/>
            </a:pPr>
            <a:r>
              <a:rPr lang="en-US" sz="1400" dirty="0">
                <a:solidFill>
                  <a:srgbClr val="023047"/>
                </a:solidFill>
                <a:latin typeface="Segoe UI" panose="020B0502040204020203" pitchFamily="34" charset="0"/>
              </a:rPr>
              <a:t>Default behavior: </a:t>
            </a:r>
            <a:r>
              <a:rPr lang="en-US" sz="1400" b="1" dirty="0">
                <a:solidFill>
                  <a:srgbClr val="023047"/>
                </a:solidFill>
                <a:latin typeface="Segoe UI" panose="020B0502040204020203" pitchFamily="34" charset="0"/>
              </a:rPr>
              <a:t>all inbound blocked</a:t>
            </a:r>
            <a:r>
              <a:rPr lang="en-US" sz="1400" dirty="0">
                <a:solidFill>
                  <a:srgbClr val="023047"/>
                </a:solidFill>
                <a:latin typeface="Segoe UI" panose="020B0502040204020203" pitchFamily="34" charset="0"/>
              </a:rPr>
              <a:t>, all outbound allowed; create allow rules for exceptions</a:t>
            </a:r>
            <a:endParaRPr lang="en-US" sz="1400">
              <a:solidFill>
                <a:srgbClr val="023047"/>
              </a:solidFill>
              <a:latin typeface="Segoe UI" panose="020B0502040204020203" pitchFamily="34" charset="0"/>
            </a:endParaRPr>
          </a:p>
          <a:p>
            <a:pPr marL="342900" indent="-342900">
              <a:spcAft>
                <a:spcPts val="900"/>
              </a:spcAft>
              <a:buSzPct val="100000"/>
              <a:buChar char="•"/>
            </a:pPr>
            <a:r>
              <a:rPr lang="en-US" sz="1400" dirty="0">
                <a:solidFill>
                  <a:srgbClr val="023047"/>
                </a:solidFill>
                <a:latin typeface="Segoe UI" panose="020B0502040204020203" pitchFamily="34" charset="0"/>
              </a:rPr>
              <a:t>Use </a:t>
            </a:r>
            <a:r>
              <a:rPr lang="en-US" sz="1400" b="1" dirty="0">
                <a:solidFill>
                  <a:srgbClr val="023047"/>
                </a:solidFill>
                <a:latin typeface="Segoe UI" panose="020B0502040204020203" pitchFamily="34" charset="0"/>
              </a:rPr>
              <a:t>wf.msc</a:t>
            </a:r>
            <a:r>
              <a:rPr lang="en-US" sz="1400" dirty="0">
                <a:solidFill>
                  <a:srgbClr val="023047"/>
                </a:solidFill>
                <a:latin typeface="Segoe UI" panose="020B0502040204020203" pitchFamily="34" charset="0"/>
              </a:rPr>
              <a:t> (Advanced Security console) or </a:t>
            </a:r>
            <a:r>
              <a:rPr lang="en-US" sz="1400" b="1" dirty="0">
                <a:solidFill>
                  <a:srgbClr val="023047"/>
                </a:solidFill>
                <a:latin typeface="Segoe UI" panose="020B0502040204020203" pitchFamily="34" charset="0"/>
              </a:rPr>
              <a:t>New-NetFirewallRule</a:t>
            </a:r>
            <a:r>
              <a:rPr lang="en-US" sz="1400" dirty="0">
                <a:solidFill>
                  <a:srgbClr val="023047"/>
                </a:solidFill>
                <a:latin typeface="Segoe UI" panose="020B0502040204020203" pitchFamily="34" charset="0"/>
              </a:rPr>
              <a:t> PowerShell cmdlet</a:t>
            </a:r>
            <a:endParaRPr lang="en-US" sz="1400">
              <a:solidFill>
                <a:srgbClr val="023047"/>
              </a:solidFill>
              <a:latin typeface="Segoe UI" panose="020B0502040204020203" pitchFamily="34" charset="0"/>
            </a:endParaRPr>
          </a:p>
          <a:p>
            <a:pPr marL="342900" indent="-342900">
              <a:spcAft>
                <a:spcPts val="900"/>
              </a:spcAft>
              <a:buSzPct val="100000"/>
              <a:buChar char="•"/>
            </a:pPr>
            <a:r>
              <a:rPr lang="en-US" sz="1400" dirty="0">
                <a:solidFill>
                  <a:srgbClr val="023047"/>
                </a:solidFill>
                <a:latin typeface="Segoe UI" panose="020B0502040204020203" pitchFamily="34" charset="0"/>
              </a:rPr>
              <a:t>Rules specify: </a:t>
            </a:r>
            <a:r>
              <a:rPr lang="en-US" sz="1400" b="1" dirty="0">
                <a:solidFill>
                  <a:srgbClr val="023047"/>
                </a:solidFill>
                <a:latin typeface="Segoe UI" panose="020B0502040204020203" pitchFamily="34" charset="0"/>
              </a:rPr>
              <a:t>direction</a:t>
            </a:r>
            <a:r>
              <a:rPr lang="en-US" sz="1400" dirty="0">
                <a:solidFill>
                  <a:srgbClr val="023047"/>
                </a:solidFill>
                <a:latin typeface="Segoe UI" panose="020B0502040204020203" pitchFamily="34" charset="0"/>
              </a:rPr>
              <a:t> (inbound/outbound), </a:t>
            </a:r>
            <a:r>
              <a:rPr lang="en-US" sz="1400" b="1" dirty="0">
                <a:solidFill>
                  <a:srgbClr val="023047"/>
                </a:solidFill>
                <a:latin typeface="Segoe UI" panose="020B0502040204020203" pitchFamily="34" charset="0"/>
              </a:rPr>
              <a:t>protocol/port</a:t>
            </a:r>
            <a:r>
              <a:rPr lang="en-US" sz="1400" dirty="0">
                <a:solidFill>
                  <a:srgbClr val="023047"/>
                </a:solidFill>
                <a:latin typeface="Segoe UI" panose="020B0502040204020203" pitchFamily="34" charset="0"/>
              </a:rPr>
              <a:t>, </a:t>
            </a:r>
            <a:r>
              <a:rPr lang="en-US" sz="1400" b="1" dirty="0">
                <a:solidFill>
                  <a:srgbClr val="023047"/>
                </a:solidFill>
                <a:latin typeface="Segoe UI" panose="020B0502040204020203" pitchFamily="34" charset="0"/>
              </a:rPr>
              <a:t>program path</a:t>
            </a:r>
            <a:r>
              <a:rPr lang="en-US" sz="1400" dirty="0">
                <a:solidFill>
                  <a:srgbClr val="023047"/>
                </a:solidFill>
                <a:latin typeface="Segoe UI" panose="020B0502040204020203" pitchFamily="34" charset="0"/>
              </a:rPr>
              <a:t>, remote address scope, and action</a:t>
            </a:r>
            <a:endParaRPr lang="en-US" sz="1400">
              <a:solidFill>
                <a:srgbClr val="023047"/>
              </a:solidFill>
              <a:latin typeface="Segoe UI" panose="020B0502040204020203" pitchFamily="34" charset="0"/>
            </a:endParaRPr>
          </a:p>
          <a:p>
            <a:pPr marL="342900" indent="-342900">
              <a:spcAft>
                <a:spcPts val="900"/>
              </a:spcAft>
              <a:buSzPct val="100000"/>
              <a:buChar char="•"/>
            </a:pPr>
            <a:r>
              <a:rPr lang="en-US" sz="1400" dirty="0">
                <a:solidFill>
                  <a:srgbClr val="023047"/>
                </a:solidFill>
                <a:latin typeface="Segoe UI" panose="020B0502040204020203" pitchFamily="34" charset="0"/>
              </a:rPr>
              <a:t>Deploy consistently across environments via </a:t>
            </a:r>
            <a:r>
              <a:rPr lang="en-US" sz="1400" b="1" dirty="0">
                <a:solidFill>
                  <a:srgbClr val="023047"/>
                </a:solidFill>
                <a:latin typeface="Segoe UI" panose="020B0502040204020203" pitchFamily="34" charset="0"/>
              </a:rPr>
              <a:t>Group Policy</a:t>
            </a:r>
            <a:r>
              <a:rPr lang="en-US" sz="1400" dirty="0">
                <a:solidFill>
                  <a:srgbClr val="023047"/>
                </a:solidFill>
                <a:latin typeface="Segoe UI" panose="020B0502040204020203" pitchFamily="34" charset="0"/>
              </a:rPr>
              <a:t> (GPO) for domain-joined servers</a:t>
            </a:r>
            <a:endParaRPr lang="en-US" sz="1400">
              <a:solidFill>
                <a:srgbClr val="023047"/>
              </a:solidFill>
              <a:latin typeface="Segoe UI" panose="020B0502040204020203" pitchFamily="34" charset="0"/>
            </a:endParaRPr>
          </a:p>
          <a:p>
            <a:pPr marL="342900" indent="-342900">
              <a:spcAft>
                <a:spcPts val="900"/>
              </a:spcAft>
              <a:buSzPct val="100000"/>
              <a:buChar char="•"/>
            </a:pPr>
            <a:r>
              <a:rPr lang="en-US" sz="1400" dirty="0">
                <a:solidFill>
                  <a:srgbClr val="023047"/>
                </a:solidFill>
                <a:latin typeface="Segoe UI" panose="020B0502040204020203" pitchFamily="34" charset="0"/>
              </a:rPr>
              <a:t>Never disable the </a:t>
            </a:r>
            <a:r>
              <a:rPr lang="en-US" sz="1400" b="1" dirty="0">
                <a:solidFill>
                  <a:srgbClr val="023047"/>
                </a:solidFill>
                <a:latin typeface="Segoe UI" panose="020B0502040204020203" pitchFamily="34" charset="0"/>
              </a:rPr>
              <a:t>MpsSvc</a:t>
            </a:r>
            <a:r>
              <a:rPr lang="en-US" sz="1400" dirty="0">
                <a:solidFill>
                  <a:srgbClr val="023047"/>
                </a:solidFill>
                <a:latin typeface="Segoe UI" panose="020B0502040204020203" pitchFamily="34" charset="0"/>
              </a:rPr>
              <a:t> service — use profile disable instead to avoid losing IPsec and Windows Service Hardening</a:t>
            </a:r>
            <a:endParaRPr lang="en-US" sz="1400">
              <a:solidFill>
                <a:srgbClr val="023047"/>
              </a:solidFill>
              <a:latin typeface="Segoe UI" panose="020B0502040204020203" pitchFamily="34" charset="0"/>
            </a:endParaRPr>
          </a:p>
        </p:txBody>
      </p:sp>
      <p:sp>
        <p:nvSpPr>
          <p:cNvPr id="10" name="Course footer">
            <a:extLst>
              <a:ext uri="{FF2B5EF4-FFF2-40B4-BE49-F238E27FC236}">
                <a16:creationId xmlns:a16="http://schemas.microsoft.com/office/drawing/2014/main" id="{92063A20-BEAD-970B-6625-2A6047A4E9AF}"/>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5 | Common Administrative Tasks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11" name="TextBox 10">
            <a:extLst>
              <a:ext uri="{FF2B5EF4-FFF2-40B4-BE49-F238E27FC236}">
                <a16:creationId xmlns:a16="http://schemas.microsoft.com/office/drawing/2014/main" id="{34D80BA1-D658-0F74-4789-642A774046FF}"/>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07</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3179157013"/>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EFE58-5B82-8DB5-CDE0-BA4CAB1415D4}"/>
              </a:ext>
            </a:extLst>
          </p:cNvPr>
          <p:cNvSpPr>
            <a:spLocks noGrp="1"/>
          </p:cNvSpPr>
          <p:nvPr>
            <p:ph type="title"/>
          </p:nvPr>
        </p:nvSpPr>
        <p:spPr/>
        <p:txBody>
          <a:bodyPr wrap="square">
            <a:noAutofit/>
          </a:bodyPr>
          <a:lstStyle/>
          <a:p>
            <a:r>
              <a:rPr lang="en-GB"/>
              <a:t>5.5 Patch Management</a:t>
            </a:r>
          </a:p>
        </p:txBody>
      </p:sp>
      <p:sp>
        <p:nvSpPr>
          <p:cNvPr id="3" name="Text 6">
            <a:extLst>
              <a:ext uri="{FF2B5EF4-FFF2-40B4-BE49-F238E27FC236}">
                <a16:creationId xmlns:a16="http://schemas.microsoft.com/office/drawing/2014/main" id="{838F315E-6FEE-958A-55F4-B6C7BBB31625}"/>
              </a:ext>
            </a:extLst>
          </p:cNvPr>
          <p:cNvSpPr/>
          <p:nvPr/>
        </p:nvSpPr>
        <p:spPr>
          <a:xfrm>
            <a:off x="273050" y="879951"/>
            <a:ext cx="8595360" cy="3977640"/>
          </a:xfrm>
          <a:prstGeom prst="rect">
            <a:avLst/>
          </a:prstGeom>
          <a:noFill/>
          <a:ln/>
        </p:spPr>
        <p:txBody>
          <a:bodyPr wrap="square" lIns="0" tIns="0" rIns="0" bIns="0" rtlCol="0" anchor="t">
            <a:normAutofit/>
          </a:bodyPr>
          <a:lstStyle/>
          <a:p>
            <a:pPr marL="0" indent="0">
              <a:spcAft>
                <a:spcPts val="500"/>
              </a:spcAft>
              <a:buNone/>
            </a:pPr>
            <a:r>
              <a:rPr lang="en-US" sz="1600" b="1" dirty="0">
                <a:solidFill>
                  <a:srgbClr val="023047"/>
                </a:solidFill>
                <a:latin typeface="Segoe UI" panose="020B0502040204020203" pitchFamily="34" charset="0"/>
              </a:rPr>
              <a:t>Patch management is a lifecycle, not a one-click task.</a:t>
            </a:r>
          </a:p>
          <a:p>
            <a:pPr marL="342900" indent="-342900">
              <a:spcAft>
                <a:spcPts val="400"/>
              </a:spcAft>
              <a:buSzPct val="100000"/>
              <a:buChar char="•"/>
            </a:pPr>
            <a:r>
              <a:rPr lang="en-US" sz="1400" dirty="0">
                <a:solidFill>
                  <a:srgbClr val="023047"/>
                </a:solidFill>
                <a:latin typeface="Segoe UI" panose="020B0502040204020203" pitchFamily="34" charset="0"/>
              </a:rPr>
              <a:t>Traditional tools: </a:t>
            </a:r>
            <a:r>
              <a:rPr lang="en-US" sz="1400" b="1" dirty="0">
                <a:solidFill>
                  <a:srgbClr val="023047"/>
                </a:solidFill>
                <a:latin typeface="Segoe UI" panose="020B0502040204020203" pitchFamily="34" charset="0"/>
              </a:rPr>
              <a:t>WSUS</a:t>
            </a:r>
            <a:r>
              <a:rPr lang="en-US" sz="1400" dirty="0">
                <a:solidFill>
                  <a:srgbClr val="023047"/>
                </a:solidFill>
                <a:latin typeface="Segoe UI" panose="020B0502040204020203" pitchFamily="34" charset="0"/>
              </a:rPr>
              <a:t> (deprecated but supported) and </a:t>
            </a:r>
            <a:r>
              <a:rPr lang="en-US" sz="1400" b="1" dirty="0">
                <a:solidFill>
                  <a:srgbClr val="023047"/>
                </a:solidFill>
                <a:latin typeface="Segoe UI" panose="020B0502040204020203" pitchFamily="34" charset="0"/>
              </a:rPr>
              <a:t>Windows Update</a:t>
            </a:r>
            <a:r>
              <a:rPr lang="en-US" sz="1400" dirty="0">
                <a:solidFill>
                  <a:srgbClr val="023047"/>
                </a:solidFill>
                <a:latin typeface="Segoe UI" panose="020B0502040204020203" pitchFamily="34" charset="0"/>
              </a:rPr>
              <a:t> via Group Policy</a:t>
            </a:r>
          </a:p>
          <a:p>
            <a:pPr marL="342900" indent="-342900">
              <a:spcAft>
                <a:spcPts val="400"/>
              </a:spcAft>
              <a:buSzPct val="100000"/>
              <a:buChar char="•"/>
            </a:pPr>
            <a:r>
              <a:rPr lang="en-US" sz="1400" dirty="0">
                <a:solidFill>
                  <a:srgbClr val="023047"/>
                </a:solidFill>
                <a:latin typeface="Segoe UI" panose="020B0502040204020203" pitchFamily="34" charset="0"/>
              </a:rPr>
              <a:t>Modern approach: </a:t>
            </a:r>
            <a:r>
              <a:rPr lang="en-US" sz="1400" b="1" dirty="0">
                <a:solidFill>
                  <a:srgbClr val="023047"/>
                </a:solidFill>
                <a:latin typeface="Segoe UI" panose="020B0502040204020203" pitchFamily="34" charset="0"/>
              </a:rPr>
              <a:t>Azure Update Manager</a:t>
            </a:r>
            <a:r>
              <a:rPr lang="en-US" sz="1400" dirty="0">
                <a:solidFill>
                  <a:srgbClr val="023047"/>
                </a:solidFill>
                <a:latin typeface="Segoe UI" panose="020B0502040204020203" pitchFamily="34" charset="0"/>
              </a:rPr>
              <a:t> provides unified patching for on-premises and cloud servers via Azure Arc</a:t>
            </a:r>
          </a:p>
          <a:p>
            <a:pPr marL="342900" indent="-342900">
              <a:spcAft>
                <a:spcPts val="400"/>
              </a:spcAft>
              <a:buSzPct val="100000"/>
              <a:buChar char="•"/>
            </a:pPr>
            <a:r>
              <a:rPr lang="en-US" sz="1400" dirty="0">
                <a:solidFill>
                  <a:srgbClr val="023047"/>
                </a:solidFill>
                <a:latin typeface="Segoe UI" panose="020B0502040204020203" pitchFamily="34" charset="0"/>
              </a:rPr>
              <a:t>Windows Server 2025 supports </a:t>
            </a:r>
            <a:r>
              <a:rPr lang="en-US" sz="1400" b="1" dirty="0">
                <a:solidFill>
                  <a:srgbClr val="023047"/>
                </a:solidFill>
                <a:latin typeface="Segoe UI" panose="020B0502040204020203" pitchFamily="34" charset="0"/>
              </a:rPr>
              <a:t>Hotpatch</a:t>
            </a:r>
            <a:r>
              <a:rPr lang="en-US" sz="1400" dirty="0">
                <a:solidFill>
                  <a:srgbClr val="023047"/>
                </a:solidFill>
                <a:latin typeface="Segoe UI" panose="020B0502040204020203" pitchFamily="34" charset="0"/>
              </a:rPr>
              <a:t> — security updates applied in-memory without a reboot (requires Azure Arc + VBS)</a:t>
            </a:r>
          </a:p>
          <a:p>
            <a:pPr marL="342900" indent="-342900">
              <a:spcAft>
                <a:spcPts val="400"/>
              </a:spcAft>
              <a:buSzPct val="100000"/>
              <a:buChar char="•"/>
            </a:pPr>
            <a:r>
              <a:rPr lang="en-US" sz="1400" dirty="0">
                <a:solidFill>
                  <a:srgbClr val="023047"/>
                </a:solidFill>
                <a:latin typeface="Segoe UI" panose="020B0502040204020203" pitchFamily="34" charset="0"/>
              </a:rPr>
              <a:t>Hotpatch cycle: </a:t>
            </a:r>
            <a:r>
              <a:rPr lang="en-US" sz="1400" b="1" dirty="0">
                <a:solidFill>
                  <a:srgbClr val="023047"/>
                </a:solidFill>
                <a:latin typeface="Segoe UI" panose="020B0502040204020203" pitchFamily="34" charset="0"/>
              </a:rPr>
              <a:t>Cumulative Update baseline every 3 months</a:t>
            </a:r>
            <a:r>
              <a:rPr lang="en-US" sz="1400" dirty="0">
                <a:solidFill>
                  <a:srgbClr val="023047"/>
                </a:solidFill>
                <a:latin typeface="Segoe UI" panose="020B0502040204020203" pitchFamily="34" charset="0"/>
              </a:rPr>
              <a:t>; hotpatch months in between require no restart</a:t>
            </a:r>
          </a:p>
          <a:p>
            <a:pPr marL="342900" indent="-342900">
              <a:spcAft>
                <a:spcPts val="400"/>
              </a:spcAft>
              <a:buSzPct val="100000"/>
              <a:buChar char="•"/>
            </a:pPr>
            <a:r>
              <a:rPr lang="en-US" sz="1400" dirty="0">
                <a:solidFill>
                  <a:srgbClr val="023047"/>
                </a:solidFill>
                <a:latin typeface="Segoe UI" panose="020B0502040204020203" pitchFamily="34" charset="0"/>
              </a:rPr>
              <a:t>Always define </a:t>
            </a:r>
            <a:r>
              <a:rPr lang="en-US" sz="1400" b="1" dirty="0">
                <a:solidFill>
                  <a:srgbClr val="023047"/>
                </a:solidFill>
                <a:latin typeface="Segoe UI" panose="020B0502040204020203" pitchFamily="34" charset="0"/>
              </a:rPr>
              <a:t>maintenance windows</a:t>
            </a:r>
            <a:r>
              <a:rPr lang="en-US" sz="1400" dirty="0">
                <a:solidFill>
                  <a:srgbClr val="023047"/>
                </a:solidFill>
                <a:latin typeface="Segoe UI" panose="020B0502040204020203" pitchFamily="34" charset="0"/>
              </a:rPr>
              <a:t>, validate services after patching, and document every change</a:t>
            </a:r>
          </a:p>
        </p:txBody>
      </p:sp>
      <p:sp>
        <p:nvSpPr>
          <p:cNvPr id="4" name="Course footer">
            <a:extLst>
              <a:ext uri="{FF2B5EF4-FFF2-40B4-BE49-F238E27FC236}">
                <a16:creationId xmlns:a16="http://schemas.microsoft.com/office/drawing/2014/main" id="{2137B7FF-2D88-4756-80BC-E250B895CE6C}"/>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5 | Common Administrative Tasks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5" name="TextBox 4">
            <a:extLst>
              <a:ext uri="{FF2B5EF4-FFF2-40B4-BE49-F238E27FC236}">
                <a16:creationId xmlns:a16="http://schemas.microsoft.com/office/drawing/2014/main" id="{8E3B18E2-AA1C-8FF2-2EE9-8D1874E2BBFE}"/>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08</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3403631755"/>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60D9E-C964-C235-94E8-9531B67967D1}"/>
              </a:ext>
            </a:extLst>
          </p:cNvPr>
          <p:cNvSpPr>
            <a:spLocks noGrp="1"/>
          </p:cNvSpPr>
          <p:nvPr>
            <p:ph type="title"/>
          </p:nvPr>
        </p:nvSpPr>
        <p:spPr/>
        <p:txBody>
          <a:bodyPr wrap="square">
            <a:noAutofit/>
          </a:bodyPr>
          <a:lstStyle/>
          <a:p>
            <a:r>
              <a:rPr lang="en-GB"/>
              <a:t>5.5a Hotpatch - Security Updates Without Reboots</a:t>
            </a:r>
          </a:p>
        </p:txBody>
      </p:sp>
      <p:sp>
        <p:nvSpPr>
          <p:cNvPr id="3" name="Text 6">
            <a:extLst>
              <a:ext uri="{FF2B5EF4-FFF2-40B4-BE49-F238E27FC236}">
                <a16:creationId xmlns:a16="http://schemas.microsoft.com/office/drawing/2014/main" id="{FCD35607-822F-817C-B0F8-880C326AADE3}"/>
              </a:ext>
            </a:extLst>
          </p:cNvPr>
          <p:cNvSpPr/>
          <p:nvPr/>
        </p:nvSpPr>
        <p:spPr>
          <a:xfrm>
            <a:off x="273050" y="879951"/>
            <a:ext cx="8595360" cy="3977640"/>
          </a:xfrm>
          <a:prstGeom prst="rect">
            <a:avLst/>
          </a:prstGeom>
          <a:noFill/>
          <a:ln/>
        </p:spPr>
        <p:txBody>
          <a:bodyPr wrap="square" lIns="0" tIns="0" rIns="0" bIns="0" rtlCol="0" anchor="t">
            <a:normAutofit/>
          </a:bodyPr>
          <a:lstStyle/>
          <a:p>
            <a:pPr marL="0" indent="0">
              <a:spcAft>
                <a:spcPts val="500"/>
              </a:spcAft>
              <a:buNone/>
            </a:pPr>
            <a:r>
              <a:rPr lang="en-US" sz="1400" b="1" dirty="0">
                <a:solidFill>
                  <a:srgbClr val="023047"/>
                </a:solidFill>
                <a:latin typeface="Segoe UI" panose="020B0502040204020203" pitchFamily="34" charset="0"/>
              </a:rPr>
              <a:t>Hotpatch installs security updates in memory — no reboot required.</a:t>
            </a:r>
          </a:p>
          <a:p>
            <a:pPr marL="342900" indent="-342900">
              <a:spcAft>
                <a:spcPts val="400"/>
              </a:spcAft>
              <a:buSzPct val="100000"/>
              <a:buChar char="•"/>
            </a:pPr>
            <a:r>
              <a:rPr lang="en-US" sz="1400" dirty="0">
                <a:solidFill>
                  <a:srgbClr val="023047"/>
                </a:solidFill>
                <a:latin typeface="Segoe UI" panose="020B0502040204020203" pitchFamily="34" charset="0"/>
              </a:rPr>
              <a:t>Patches the </a:t>
            </a:r>
            <a:r>
              <a:rPr lang="en-US" sz="1400" b="1" dirty="0">
                <a:solidFill>
                  <a:srgbClr val="023047"/>
                </a:solidFill>
                <a:latin typeface="Segoe UI" panose="020B0502040204020203" pitchFamily="34" charset="0"/>
              </a:rPr>
              <a:t>in-memory code of running processes</a:t>
            </a:r>
            <a:r>
              <a:rPr lang="en-US" sz="1400" dirty="0">
                <a:solidFill>
                  <a:srgbClr val="023047"/>
                </a:solidFill>
                <a:latin typeface="Segoe UI" panose="020B0502040204020203" pitchFamily="34" charset="0"/>
              </a:rPr>
              <a:t> without restarting them — applications continue uninterrupted</a:t>
            </a:r>
          </a:p>
          <a:p>
            <a:pPr marL="342900" indent="-342900">
              <a:spcAft>
                <a:spcPts val="400"/>
              </a:spcAft>
              <a:buSzPct val="100000"/>
              <a:buChar char="•"/>
            </a:pPr>
            <a:r>
              <a:rPr lang="en-US" sz="1400" dirty="0">
                <a:solidFill>
                  <a:srgbClr val="023047"/>
                </a:solidFill>
                <a:latin typeface="Segoe UI" panose="020B0502040204020203" pitchFamily="34" charset="0"/>
              </a:rPr>
              <a:t>Builds upon a </a:t>
            </a:r>
            <a:r>
              <a:rPr lang="en-US" sz="1400" b="1" dirty="0">
                <a:solidFill>
                  <a:srgbClr val="023047"/>
                </a:solidFill>
                <a:latin typeface="Segoe UI" panose="020B0502040204020203" pitchFamily="34" charset="0"/>
              </a:rPr>
              <a:t>Cumulative Update (CU) baseline</a:t>
            </a:r>
            <a:r>
              <a:rPr lang="en-US" sz="1400" dirty="0">
                <a:solidFill>
                  <a:srgbClr val="023047"/>
                </a:solidFill>
                <a:latin typeface="Segoe UI" panose="020B0502040204020203" pitchFamily="34" charset="0"/>
              </a:rPr>
              <a:t> established every 3 months (requires a reboot); hotpatch months in between do not</a:t>
            </a:r>
          </a:p>
          <a:p>
            <a:pPr marL="342900" indent="-342900">
              <a:spcAft>
                <a:spcPts val="400"/>
              </a:spcAft>
              <a:buSzPct val="100000"/>
              <a:buChar char="•"/>
            </a:pPr>
            <a:r>
              <a:rPr lang="en-US" sz="1400" dirty="0">
                <a:solidFill>
                  <a:srgbClr val="023047"/>
                </a:solidFill>
                <a:latin typeface="Segoe UI" panose="020B0502040204020203" pitchFamily="34" charset="0"/>
              </a:rPr>
              <a:t>Annual cadence: </a:t>
            </a:r>
            <a:r>
              <a:rPr lang="en-US" sz="1400" b="1" dirty="0">
                <a:solidFill>
                  <a:srgbClr val="023047"/>
                </a:solidFill>
                <a:latin typeface="Segoe UI" panose="020B0502040204020203" pitchFamily="34" charset="0"/>
              </a:rPr>
              <a:t>4 baseline months</a:t>
            </a:r>
            <a:r>
              <a:rPr lang="en-US" sz="1400" dirty="0">
                <a:solidFill>
                  <a:srgbClr val="023047"/>
                </a:solidFill>
                <a:latin typeface="Segoe UI" panose="020B0502040204020203" pitchFamily="34" charset="0"/>
              </a:rPr>
              <a:t> (with reboot) + </a:t>
            </a:r>
            <a:r>
              <a:rPr lang="en-US" sz="1400" b="1" dirty="0">
                <a:solidFill>
                  <a:srgbClr val="023047"/>
                </a:solidFill>
                <a:latin typeface="Segoe UI" panose="020B0502040204020203" pitchFamily="34" charset="0"/>
              </a:rPr>
              <a:t>8 hotpatch months</a:t>
            </a:r>
            <a:r>
              <a:rPr lang="en-US" sz="1400" dirty="0">
                <a:solidFill>
                  <a:srgbClr val="023047"/>
                </a:solidFill>
                <a:latin typeface="Segoe UI" panose="020B0502040204020203" pitchFamily="34" charset="0"/>
              </a:rPr>
              <a:t> (no reboot) per year</a:t>
            </a:r>
          </a:p>
          <a:p>
            <a:pPr marL="342900" indent="-342900">
              <a:spcAft>
                <a:spcPts val="400"/>
              </a:spcAft>
              <a:buSzPct val="100000"/>
              <a:buChar char="•"/>
            </a:pPr>
            <a:r>
              <a:rPr lang="en-US" sz="1400" dirty="0">
                <a:solidFill>
                  <a:srgbClr val="023047"/>
                </a:solidFill>
                <a:latin typeface="Segoe UI" panose="020B0502040204020203" pitchFamily="34" charset="0"/>
              </a:rPr>
              <a:t>Covers </a:t>
            </a:r>
            <a:r>
              <a:rPr lang="en-US" sz="1400" b="1" dirty="0">
                <a:solidFill>
                  <a:srgbClr val="023047"/>
                </a:solidFill>
                <a:latin typeface="Segoe UI" panose="020B0502040204020203" pitchFamily="34" charset="0"/>
              </a:rPr>
              <a:t>Windows security updates only</a:t>
            </a:r>
            <a:r>
              <a:rPr lang="en-US" sz="1400" dirty="0">
                <a:solidFill>
                  <a:srgbClr val="023047"/>
                </a:solidFill>
                <a:latin typeface="Segoe UI" panose="020B0502040204020203" pitchFamily="34" charset="0"/>
              </a:rPr>
              <a:t> — non-security, driver, and firmware updates still require a reboot</a:t>
            </a:r>
          </a:p>
          <a:p>
            <a:pPr marL="342900" indent="-342900">
              <a:spcAft>
                <a:spcPts val="400"/>
              </a:spcAft>
              <a:buSzPct val="100000"/>
              <a:buChar char="•"/>
            </a:pPr>
            <a:r>
              <a:rPr lang="en-US" sz="1400" dirty="0">
                <a:solidFill>
                  <a:srgbClr val="023047"/>
                </a:solidFill>
                <a:latin typeface="Segoe UI" panose="020B0502040204020203" pitchFamily="34" charset="0"/>
              </a:rPr>
              <a:t>Prerequisites: </a:t>
            </a:r>
            <a:r>
              <a:rPr lang="en-US" sz="1400" b="1" dirty="0">
                <a:solidFill>
                  <a:srgbClr val="023047"/>
                </a:solidFill>
                <a:latin typeface="Segoe UI" panose="020B0502040204020203" pitchFamily="34" charset="0"/>
              </a:rPr>
              <a:t>Windows Server 2025 Standard or Datacenter</a:t>
            </a:r>
            <a:r>
              <a:rPr lang="en-US" sz="1400" dirty="0">
                <a:solidFill>
                  <a:srgbClr val="023047"/>
                </a:solidFill>
                <a:latin typeface="Segoe UI" panose="020B0502040204020203" pitchFamily="34" charset="0"/>
              </a:rPr>
              <a:t> (build 26100.1742+), </a:t>
            </a:r>
            <a:r>
              <a:rPr lang="en-US" sz="1400" b="1" dirty="0">
                <a:solidFill>
                  <a:srgbClr val="023047"/>
                </a:solidFill>
                <a:latin typeface="Segoe UI" panose="020B0502040204020203" pitchFamily="34" charset="0"/>
              </a:rPr>
              <a:t>VBS/VSM enabled</a:t>
            </a:r>
            <a:r>
              <a:rPr lang="en-US" sz="1400" dirty="0">
                <a:solidFill>
                  <a:srgbClr val="023047"/>
                </a:solidFill>
                <a:latin typeface="Segoe UI" panose="020B0502040204020203" pitchFamily="34" charset="0"/>
              </a:rPr>
              <a:t>, UEFI with Secure Boot</a:t>
            </a:r>
          </a:p>
          <a:p>
            <a:pPr marL="342900" indent="-342900">
              <a:spcAft>
                <a:spcPts val="400"/>
              </a:spcAft>
              <a:buSzPct val="100000"/>
              <a:buChar char="•"/>
            </a:pPr>
            <a:r>
              <a:rPr lang="en-US" sz="1400" dirty="0">
                <a:solidFill>
                  <a:srgbClr val="023047"/>
                </a:solidFill>
                <a:latin typeface="Segoe UI" panose="020B0502040204020203" pitchFamily="34" charset="0"/>
              </a:rPr>
              <a:t>On-premises servers require </a:t>
            </a:r>
            <a:r>
              <a:rPr lang="en-US" sz="1400" b="1" dirty="0">
                <a:solidFill>
                  <a:srgbClr val="023047"/>
                </a:solidFill>
                <a:latin typeface="Segoe UI" panose="020B0502040204020203" pitchFamily="34" charset="0"/>
              </a:rPr>
              <a:t>Azure Arc connection</a:t>
            </a:r>
            <a:r>
              <a:rPr lang="en-US" sz="1400" dirty="0">
                <a:solidFill>
                  <a:srgbClr val="023047"/>
                </a:solidFill>
                <a:latin typeface="Segoe UI" panose="020B0502040204020203" pitchFamily="34" charset="0"/>
              </a:rPr>
              <a:t> + Azure Update Manager; Azure VMs get it automatically via Azure Automanage</a:t>
            </a:r>
          </a:p>
          <a:p>
            <a:pPr marL="342900" indent="-342900">
              <a:spcAft>
                <a:spcPts val="400"/>
              </a:spcAft>
              <a:buSzPct val="100000"/>
              <a:buChar char="•"/>
            </a:pPr>
            <a:r>
              <a:rPr lang="en-US" sz="1400" dirty="0">
                <a:solidFill>
                  <a:srgbClr val="023047"/>
                </a:solidFill>
                <a:latin typeface="Segoe UI" panose="020B0502040204020203" pitchFamily="34" charset="0"/>
              </a:rPr>
              <a:t>Benefits: faster installs (smaller packages), reduced attack exposure window, less change-control planning, and higher server availability</a:t>
            </a:r>
          </a:p>
        </p:txBody>
      </p:sp>
      <p:sp>
        <p:nvSpPr>
          <p:cNvPr id="4" name="Course footer">
            <a:extLst>
              <a:ext uri="{FF2B5EF4-FFF2-40B4-BE49-F238E27FC236}">
                <a16:creationId xmlns:a16="http://schemas.microsoft.com/office/drawing/2014/main" id="{0A00B11B-6D4F-7FDE-EF58-CA917F06FB5E}"/>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5 | Common Administrative Tasks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5" name="TextBox 4">
            <a:extLst>
              <a:ext uri="{FF2B5EF4-FFF2-40B4-BE49-F238E27FC236}">
                <a16:creationId xmlns:a16="http://schemas.microsoft.com/office/drawing/2014/main" id="{A0E596E2-32B0-09A3-E554-487150362A3C}"/>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09</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1825664123"/>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E68AA7-5E8F-190C-F94B-923B78D43E67}"/>
              </a:ext>
            </a:extLst>
          </p:cNvPr>
          <p:cNvSpPr>
            <a:spLocks noGrp="1"/>
          </p:cNvSpPr>
          <p:nvPr>
            <p:ph type="title"/>
          </p:nvPr>
        </p:nvSpPr>
        <p:spPr/>
        <p:txBody>
          <a:bodyPr wrap="square">
            <a:noAutofit/>
          </a:bodyPr>
          <a:lstStyle/>
          <a:p>
            <a:r>
              <a:rPr lang="en-GB"/>
              <a:t>5.5b Windows Autopatch - Client Devices Only</a:t>
            </a:r>
          </a:p>
        </p:txBody>
      </p:sp>
      <p:sp>
        <p:nvSpPr>
          <p:cNvPr id="3" name="Text 6">
            <a:extLst>
              <a:ext uri="{FF2B5EF4-FFF2-40B4-BE49-F238E27FC236}">
                <a16:creationId xmlns:a16="http://schemas.microsoft.com/office/drawing/2014/main" id="{45E1B784-C05D-0A7E-507A-36D31043BF2B}"/>
              </a:ext>
            </a:extLst>
          </p:cNvPr>
          <p:cNvSpPr/>
          <p:nvPr/>
        </p:nvSpPr>
        <p:spPr>
          <a:xfrm>
            <a:off x="273050" y="879951"/>
            <a:ext cx="8595360" cy="3977640"/>
          </a:xfrm>
          <a:prstGeom prst="rect">
            <a:avLst/>
          </a:prstGeom>
          <a:noFill/>
          <a:ln/>
        </p:spPr>
        <p:txBody>
          <a:bodyPr wrap="square" lIns="0" tIns="0" rIns="0" bIns="0" rtlCol="0" anchor="t">
            <a:normAutofit/>
          </a:bodyPr>
          <a:lstStyle/>
          <a:p>
            <a:pPr marL="0" indent="0">
              <a:spcAft>
                <a:spcPts val="500"/>
              </a:spcAft>
              <a:buNone/>
            </a:pPr>
            <a:r>
              <a:rPr lang="en-US" sz="1400" b="1" dirty="0">
                <a:solidFill>
                  <a:srgbClr val="023047"/>
                </a:solidFill>
                <a:latin typeface="Segoe UI" panose="020B0502040204020203" pitchFamily="34" charset="0"/>
              </a:rPr>
              <a:t>Windows Autopatch automates update management — but only for Intune-enrolled Windows clients.</a:t>
            </a:r>
          </a:p>
          <a:p>
            <a:pPr marL="342900" indent="-342900">
              <a:spcAft>
                <a:spcPts val="400"/>
              </a:spcAft>
              <a:buSzPct val="100000"/>
              <a:buChar char="•"/>
            </a:pPr>
            <a:r>
              <a:rPr lang="en-US" sz="1400" dirty="0">
                <a:solidFill>
                  <a:srgbClr val="023047"/>
                </a:solidFill>
                <a:latin typeface="Segoe UI" panose="020B0502040204020203" pitchFamily="34" charset="0"/>
              </a:rPr>
              <a:t>A </a:t>
            </a:r>
            <a:r>
              <a:rPr lang="en-US" sz="1400" b="1" dirty="0">
                <a:solidFill>
                  <a:srgbClr val="023047"/>
                </a:solidFill>
                <a:latin typeface="Segoe UI" panose="020B0502040204020203" pitchFamily="34" charset="0"/>
              </a:rPr>
              <a:t>cloud service</a:t>
            </a:r>
            <a:r>
              <a:rPr lang="en-US" sz="1400" dirty="0">
                <a:solidFill>
                  <a:srgbClr val="023047"/>
                </a:solidFill>
                <a:latin typeface="Segoe UI" panose="020B0502040204020203" pitchFamily="34" charset="0"/>
              </a:rPr>
              <a:t> embedded in Microsoft Intune that manages Windows, Microsoft 365 Apps, Edge, and Teams updates automatically</a:t>
            </a:r>
          </a:p>
          <a:p>
            <a:pPr marL="342900" indent="-342900">
              <a:spcAft>
                <a:spcPts val="400"/>
              </a:spcAft>
              <a:buSzPct val="100000"/>
              <a:buChar char="•"/>
            </a:pPr>
            <a:r>
              <a:rPr lang="en-US" sz="1400" dirty="0">
                <a:solidFill>
                  <a:srgbClr val="023047"/>
                </a:solidFill>
                <a:latin typeface="Segoe UI" panose="020B0502040204020203" pitchFamily="34" charset="0"/>
              </a:rPr>
              <a:t>Deploys updates in </a:t>
            </a:r>
            <a:r>
              <a:rPr lang="en-US" sz="1400" b="1" dirty="0">
                <a:solidFill>
                  <a:srgbClr val="023047"/>
                </a:solidFill>
                <a:latin typeface="Segoe UI" panose="020B0502040204020203" pitchFamily="34" charset="0"/>
              </a:rPr>
              <a:t>sequential deployment rings</a:t>
            </a:r>
            <a:r>
              <a:rPr lang="en-US" sz="1400" dirty="0">
                <a:solidFill>
                  <a:srgbClr val="023047"/>
                </a:solidFill>
                <a:latin typeface="Segoe UI" panose="020B0502040204020203" pitchFamily="34" charset="0"/>
              </a:rPr>
              <a:t> (First, Fast, Broad) to minimise user disruption and catch issues early</a:t>
            </a:r>
          </a:p>
          <a:p>
            <a:pPr marL="342900" indent="-342900">
              <a:spcAft>
                <a:spcPts val="400"/>
              </a:spcAft>
              <a:buSzPct val="100000"/>
              <a:buChar char="•"/>
            </a:pPr>
            <a:r>
              <a:rPr lang="en-US" sz="1400" dirty="0">
                <a:solidFill>
                  <a:srgbClr val="023047"/>
                </a:solidFill>
                <a:latin typeface="Segoe UI" panose="020B0502040204020203" pitchFamily="34" charset="0"/>
              </a:rPr>
              <a:t>Integrates with Hotpatch for eligible Windows 11 clients (Win 11 24H2, x64, VBS enabled) — security updates applied </a:t>
            </a:r>
            <a:r>
              <a:rPr lang="en-US" sz="1400" b="1" dirty="0">
                <a:solidFill>
                  <a:srgbClr val="023047"/>
                </a:solidFill>
                <a:latin typeface="Segoe UI" panose="020B0502040204020203" pitchFamily="34" charset="0"/>
              </a:rPr>
              <a:t>without restart</a:t>
            </a:r>
          </a:p>
          <a:p>
            <a:pPr marL="342900" indent="-342900">
              <a:spcAft>
                <a:spcPts val="400"/>
              </a:spcAft>
              <a:buSzPct val="100000"/>
              <a:buChar char="•"/>
            </a:pPr>
            <a:r>
              <a:rPr lang="en-US" sz="1400" b="1" dirty="0">
                <a:solidFill>
                  <a:srgbClr val="023047"/>
                </a:solidFill>
                <a:latin typeface="Segoe UI" panose="020B0502040204020203" pitchFamily="34" charset="0"/>
              </a:rPr>
              <a:t>Why not Windows Server?</a:t>
            </a:r>
            <a:r>
              <a:rPr lang="en-US" sz="1400" dirty="0">
                <a:solidFill>
                  <a:srgbClr val="023047"/>
                </a:solidFill>
                <a:latin typeface="Segoe UI" panose="020B0502040204020203" pitchFamily="34" charset="0"/>
              </a:rPr>
              <a:t> Autopatch is Intune technology. Intune manages </a:t>
            </a:r>
            <a:r>
              <a:rPr lang="en-US" sz="1400" b="1" dirty="0">
                <a:solidFill>
                  <a:srgbClr val="023047"/>
                </a:solidFill>
                <a:latin typeface="Segoe UI" panose="020B0502040204020203" pitchFamily="34" charset="0"/>
              </a:rPr>
              <a:t>Windows client devices only</a:t>
            </a:r>
            <a:r>
              <a:rPr lang="en-US" sz="1400" dirty="0">
                <a:solidFill>
                  <a:srgbClr val="023047"/>
                </a:solidFill>
                <a:latin typeface="Segoe UI" panose="020B0502040204020203" pitchFamily="34" charset="0"/>
              </a:rPr>
              <a:t> — Windows Server is not supported</a:t>
            </a:r>
          </a:p>
          <a:p>
            <a:pPr marL="342900" indent="-342900">
              <a:spcAft>
                <a:spcPts val="400"/>
              </a:spcAft>
              <a:buSzPct val="100000"/>
              <a:buChar char="•"/>
            </a:pPr>
            <a:r>
              <a:rPr lang="en-US" sz="1400" dirty="0">
                <a:solidFill>
                  <a:srgbClr val="023047"/>
                </a:solidFill>
                <a:latin typeface="Segoe UI" panose="020B0502040204020203" pitchFamily="34" charset="0"/>
              </a:rPr>
              <a:t>Server patch management uses </a:t>
            </a:r>
            <a:r>
              <a:rPr lang="en-US" sz="1400" b="1" dirty="0">
                <a:solidFill>
                  <a:srgbClr val="023047"/>
                </a:solidFill>
                <a:latin typeface="Segoe UI" panose="020B0502040204020203" pitchFamily="34" charset="0"/>
              </a:rPr>
              <a:t>WSUS</a:t>
            </a:r>
            <a:r>
              <a:rPr lang="en-US" sz="1400" dirty="0">
                <a:solidFill>
                  <a:srgbClr val="023047"/>
                </a:solidFill>
                <a:latin typeface="Segoe UI" panose="020B0502040204020203" pitchFamily="34" charset="0"/>
              </a:rPr>
              <a:t>, </a:t>
            </a:r>
            <a:r>
              <a:rPr lang="en-US" sz="1400" b="1" dirty="0">
                <a:solidFill>
                  <a:srgbClr val="023047"/>
                </a:solidFill>
                <a:latin typeface="Segoe UI" panose="020B0502040204020203" pitchFamily="34" charset="0"/>
              </a:rPr>
              <a:t>Azure Update Manager</a:t>
            </a:r>
            <a:r>
              <a:rPr lang="en-US" sz="1400" dirty="0">
                <a:solidFill>
                  <a:srgbClr val="023047"/>
                </a:solidFill>
                <a:latin typeface="Segoe UI" panose="020B0502040204020203" pitchFamily="34" charset="0"/>
              </a:rPr>
              <a:t>, Group Policy, or Configuration Manager instead</a:t>
            </a:r>
          </a:p>
          <a:p>
            <a:pPr marL="342900" indent="-342900">
              <a:spcAft>
                <a:spcPts val="400"/>
              </a:spcAft>
              <a:buSzPct val="100000"/>
              <a:buChar char="•"/>
            </a:pPr>
            <a:r>
              <a:rPr lang="en-US" sz="1400" dirty="0">
                <a:solidFill>
                  <a:srgbClr val="023047"/>
                </a:solidFill>
                <a:latin typeface="Segoe UI" panose="020B0502040204020203" pitchFamily="34" charset="0"/>
              </a:rPr>
              <a:t>Requires: Windows 11 (or 10) </a:t>
            </a:r>
            <a:r>
              <a:rPr lang="en-US" sz="1400" b="1" dirty="0">
                <a:solidFill>
                  <a:srgbClr val="023047"/>
                </a:solidFill>
                <a:latin typeface="Segoe UI" panose="020B0502040204020203" pitchFamily="34" charset="0"/>
              </a:rPr>
              <a:t>Enterprise E3/E5, Microsoft 365 E3/F3, Business Premium, or Education A3/A5</a:t>
            </a:r>
            <a:r>
              <a:rPr lang="en-US" sz="1400" dirty="0">
                <a:solidFill>
                  <a:srgbClr val="023047"/>
                </a:solidFill>
                <a:latin typeface="Segoe UI" panose="020B0502040204020203" pitchFamily="34" charset="0"/>
              </a:rPr>
              <a:t> licence; device must be Entra-joined and Intune-enrolled</a:t>
            </a:r>
          </a:p>
          <a:p>
            <a:pPr marL="342900" indent="-342900">
              <a:spcAft>
                <a:spcPts val="400"/>
              </a:spcAft>
              <a:buSzPct val="100000"/>
              <a:buChar char="•"/>
            </a:pPr>
            <a:r>
              <a:rPr lang="en-US" sz="1400" dirty="0">
                <a:solidFill>
                  <a:srgbClr val="023047"/>
                </a:solidFill>
                <a:latin typeface="Segoe UI" panose="020B0502040204020203" pitchFamily="34" charset="0"/>
              </a:rPr>
              <a:t>Provides full reporting via Intune admin centre — compliance status, device health, and update blockers visible per policy</a:t>
            </a:r>
          </a:p>
        </p:txBody>
      </p:sp>
      <p:sp>
        <p:nvSpPr>
          <p:cNvPr id="4" name="Course footer">
            <a:extLst>
              <a:ext uri="{FF2B5EF4-FFF2-40B4-BE49-F238E27FC236}">
                <a16:creationId xmlns:a16="http://schemas.microsoft.com/office/drawing/2014/main" id="{0FCAE35E-63B5-DFAB-343B-670997D4546F}"/>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5 | Common Administrative Tasks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5" name="TextBox 4">
            <a:extLst>
              <a:ext uri="{FF2B5EF4-FFF2-40B4-BE49-F238E27FC236}">
                <a16:creationId xmlns:a16="http://schemas.microsoft.com/office/drawing/2014/main" id="{8AF33F8A-8325-4C5E-DBDD-3E076B804A46}"/>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10</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911291927"/>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220C-766C-71B5-5371-CB13F1A55EE2}"/>
              </a:ext>
            </a:extLst>
          </p:cNvPr>
          <p:cNvSpPr>
            <a:spLocks noGrp="1"/>
          </p:cNvSpPr>
          <p:nvPr>
            <p:ph type="title"/>
          </p:nvPr>
        </p:nvSpPr>
        <p:spPr/>
        <p:txBody>
          <a:bodyPr wrap="square">
            <a:noAutofit/>
          </a:bodyPr>
          <a:lstStyle/>
          <a:p>
            <a:r>
              <a:rPr lang="en-GB"/>
              <a:t>5.6 Installing Software with WinGet on Server 2025</a:t>
            </a:r>
          </a:p>
        </p:txBody>
      </p:sp>
      <p:sp>
        <p:nvSpPr>
          <p:cNvPr id="3" name="Text 6">
            <a:extLst>
              <a:ext uri="{FF2B5EF4-FFF2-40B4-BE49-F238E27FC236}">
                <a16:creationId xmlns:a16="http://schemas.microsoft.com/office/drawing/2014/main" id="{A1A7042F-3B05-73E7-6D41-2B08EC030804}"/>
              </a:ext>
            </a:extLst>
          </p:cNvPr>
          <p:cNvSpPr/>
          <p:nvPr/>
        </p:nvSpPr>
        <p:spPr>
          <a:xfrm>
            <a:off x="273050" y="879951"/>
            <a:ext cx="8595360" cy="3977640"/>
          </a:xfrm>
          <a:prstGeom prst="rect">
            <a:avLst/>
          </a:prstGeom>
          <a:noFill/>
          <a:ln/>
        </p:spPr>
        <p:txBody>
          <a:bodyPr wrap="square" lIns="0" tIns="0" rIns="0" bIns="0" rtlCol="0" anchor="t">
            <a:normAutofit/>
          </a:bodyPr>
          <a:lstStyle/>
          <a:p>
            <a:pPr marL="0" indent="0">
              <a:spcAft>
                <a:spcPts val="500"/>
              </a:spcAft>
              <a:buNone/>
            </a:pPr>
            <a:r>
              <a:rPr lang="en-US" sz="1400" b="1" dirty="0">
                <a:solidFill>
                  <a:srgbClr val="023047"/>
                </a:solidFill>
                <a:latin typeface="Segoe UI" panose="020B0502040204020203" pitchFamily="34" charset="0"/>
              </a:rPr>
              <a:t>WinGet is installed by default on Windows Server 2025 — the first Windows Server release to include it.</a:t>
            </a:r>
          </a:p>
          <a:p>
            <a:pPr marL="342900" indent="-342900">
              <a:spcAft>
                <a:spcPts val="300"/>
              </a:spcAft>
              <a:buSzPct val="100000"/>
              <a:buChar char="•"/>
            </a:pPr>
            <a:r>
              <a:rPr lang="en-US" sz="1400" dirty="0">
                <a:solidFill>
                  <a:srgbClr val="023047"/>
                </a:solidFill>
                <a:latin typeface="Segoe UI" panose="020B0502040204020203" pitchFamily="34" charset="0"/>
              </a:rPr>
              <a:t>WinGet is the </a:t>
            </a:r>
            <a:r>
              <a:rPr lang="en-US" sz="1400" b="1" dirty="0">
                <a:solidFill>
                  <a:srgbClr val="023047"/>
                </a:solidFill>
                <a:latin typeface="Segoe UI" panose="020B0502040204020203" pitchFamily="34" charset="0"/>
              </a:rPr>
              <a:t>Windows Package Manager</a:t>
            </a:r>
            <a:r>
              <a:rPr lang="en-US" sz="1400" dirty="0">
                <a:solidFill>
                  <a:srgbClr val="023047"/>
                </a:solidFill>
                <a:latin typeface="Segoe UI" panose="020B0502040204020203" pitchFamily="34" charset="0"/>
              </a:rPr>
              <a:t> command-line tool — discover, install, upgrade, and remove applications consistently</a:t>
            </a:r>
          </a:p>
          <a:p>
            <a:pPr marL="342900" indent="-342900">
              <a:spcAft>
                <a:spcPts val="300"/>
              </a:spcAft>
              <a:buSzPct val="100000"/>
              <a:buChar char="•"/>
            </a:pPr>
            <a:r>
              <a:rPr lang="en-US" sz="1400" dirty="0">
                <a:solidFill>
                  <a:srgbClr val="023047"/>
                </a:solidFill>
                <a:latin typeface="Segoe UI" panose="020B0502040204020203" pitchFamily="34" charset="0"/>
              </a:rPr>
              <a:t>Available on </a:t>
            </a:r>
            <a:r>
              <a:rPr lang="en-US" sz="1400" b="1" dirty="0">
                <a:solidFill>
                  <a:srgbClr val="023047"/>
                </a:solidFill>
                <a:latin typeface="Segoe UI" panose="020B0502040204020203" pitchFamily="34" charset="0"/>
              </a:rPr>
              <a:t>Desktop Experience</a:t>
            </a:r>
            <a:r>
              <a:rPr lang="en-US" sz="1400" dirty="0">
                <a:solidFill>
                  <a:srgbClr val="023047"/>
                </a:solidFill>
                <a:latin typeface="Segoe UI" panose="020B0502040204020203" pitchFamily="34" charset="0"/>
              </a:rPr>
              <a:t> only; </a:t>
            </a:r>
            <a:r>
              <a:rPr lang="en-US" sz="1400" b="1" dirty="0">
                <a:solidFill>
                  <a:srgbClr val="023047"/>
                </a:solidFill>
                <a:latin typeface="Segoe UI" panose="020B0502040204020203" pitchFamily="34" charset="0"/>
              </a:rPr>
              <a:t>not available on Server Core</a:t>
            </a:r>
            <a:r>
              <a:rPr lang="en-US" sz="1400" dirty="0">
                <a:solidFill>
                  <a:srgbClr val="023047"/>
                </a:solidFill>
                <a:latin typeface="Segoe UI" panose="020B0502040204020203" pitchFamily="34" charset="0"/>
              </a:rPr>
              <a:t> installations (no Microsoft Store dependency)</a:t>
            </a:r>
          </a:p>
          <a:p>
            <a:pPr marL="342900" indent="-342900">
              <a:spcAft>
                <a:spcPts val="300"/>
              </a:spcAft>
              <a:buSzPct val="100000"/>
              <a:buChar char="•"/>
            </a:pPr>
            <a:r>
              <a:rPr lang="en-US" sz="1400" dirty="0">
                <a:solidFill>
                  <a:srgbClr val="023047"/>
                </a:solidFill>
                <a:latin typeface="Segoe UI" panose="020B0502040204020203" pitchFamily="34" charset="0"/>
              </a:rPr>
              <a:t>Run from </a:t>
            </a:r>
            <a:r>
              <a:rPr lang="en-US" sz="1400" b="1" dirty="0">
                <a:solidFill>
                  <a:srgbClr val="023047"/>
                </a:solidFill>
                <a:latin typeface="Segoe UI" panose="020B0502040204020203" pitchFamily="34" charset="0"/>
              </a:rPr>
              <a:t>Windows Terminal, PowerShell, or CMD</a:t>
            </a:r>
            <a:r>
              <a:rPr lang="en-US" sz="1400" dirty="0">
                <a:solidFill>
                  <a:srgbClr val="023047"/>
                </a:solidFill>
                <a:latin typeface="Segoe UI" panose="020B0502040204020203" pitchFamily="34" charset="0"/>
              </a:rPr>
              <a:t> — always as Administrator for system-wide installs</a:t>
            </a:r>
          </a:p>
          <a:p>
            <a:pPr marL="342900" indent="-342900">
              <a:spcAft>
                <a:spcPts val="300"/>
              </a:spcAft>
              <a:buSzPct val="100000"/>
              <a:buChar char="•"/>
            </a:pPr>
            <a:r>
              <a:rPr lang="en-US" sz="1400" dirty="0">
                <a:solidFill>
                  <a:srgbClr val="023047"/>
                </a:solidFill>
                <a:latin typeface="Segoe UI" panose="020B0502040204020203" pitchFamily="34" charset="0"/>
              </a:rPr>
              <a:t>Key commands: </a:t>
            </a:r>
            <a:r>
              <a:rPr lang="en-US" sz="1300" dirty="0">
                <a:solidFill>
                  <a:srgbClr val="219EBC"/>
                </a:solidFill>
                <a:latin typeface="Segoe UI" panose="020B0502040204020203" pitchFamily="34" charset="0"/>
              </a:rPr>
              <a:t>winget search &lt;name&gt;</a:t>
            </a:r>
            <a:r>
              <a:rPr lang="en-US" sz="1400" dirty="0">
                <a:solidFill>
                  <a:srgbClr val="023047"/>
                </a:solidFill>
                <a:latin typeface="Segoe UI" panose="020B0502040204020203" pitchFamily="34" charset="0"/>
              </a:rPr>
              <a:t>, </a:t>
            </a:r>
            <a:r>
              <a:rPr lang="en-US" sz="1300" dirty="0">
                <a:solidFill>
                  <a:srgbClr val="219EBC"/>
                </a:solidFill>
                <a:latin typeface="Segoe UI" panose="020B0502040204020203" pitchFamily="34" charset="0"/>
              </a:rPr>
              <a:t>winget install --id &lt;ID&gt;</a:t>
            </a:r>
            <a:r>
              <a:rPr lang="en-US" sz="1400" dirty="0">
                <a:solidFill>
                  <a:srgbClr val="023047"/>
                </a:solidFill>
                <a:latin typeface="Segoe UI" panose="020B0502040204020203" pitchFamily="34" charset="0"/>
              </a:rPr>
              <a:t>, </a:t>
            </a:r>
            <a:r>
              <a:rPr lang="en-US" sz="1300" dirty="0">
                <a:solidFill>
                  <a:srgbClr val="219EBC"/>
                </a:solidFill>
                <a:latin typeface="Segoe UI" panose="020B0502040204020203" pitchFamily="34" charset="0"/>
              </a:rPr>
              <a:t>winget upgrade --all</a:t>
            </a:r>
            <a:r>
              <a:rPr lang="en-US" sz="1400" dirty="0">
                <a:solidFill>
                  <a:srgbClr val="023047"/>
                </a:solidFill>
                <a:latin typeface="Segoe UI" panose="020B0502040204020203" pitchFamily="34" charset="0"/>
              </a:rPr>
              <a:t>, </a:t>
            </a:r>
            <a:r>
              <a:rPr lang="en-US" sz="1300" dirty="0">
                <a:solidFill>
                  <a:srgbClr val="219EBC"/>
                </a:solidFill>
                <a:latin typeface="Segoe UI" panose="020B0502040204020203" pitchFamily="34" charset="0"/>
              </a:rPr>
              <a:t>winget list</a:t>
            </a:r>
          </a:p>
          <a:p>
            <a:pPr marL="342900" indent="-342900">
              <a:spcAft>
                <a:spcPts val="300"/>
              </a:spcAft>
              <a:buSzPct val="100000"/>
              <a:buChar char="•"/>
            </a:pPr>
            <a:r>
              <a:rPr lang="en-US" sz="1400" dirty="0">
                <a:solidFill>
                  <a:srgbClr val="023047"/>
                </a:solidFill>
                <a:latin typeface="Segoe UI" panose="020B0502040204020203" pitchFamily="34" charset="0"/>
              </a:rPr>
              <a:t>Use </a:t>
            </a:r>
            <a:r>
              <a:rPr lang="en-US" sz="1300" dirty="0">
                <a:solidFill>
                  <a:srgbClr val="219EBC"/>
                </a:solidFill>
                <a:latin typeface="Segoe UI" panose="020B0502040204020203" pitchFamily="34" charset="0"/>
              </a:rPr>
              <a:t>--exact (-e)</a:t>
            </a:r>
            <a:r>
              <a:rPr lang="en-US" sz="1400" dirty="0">
                <a:solidFill>
                  <a:srgbClr val="023047"/>
                </a:solidFill>
                <a:latin typeface="Segoe UI" panose="020B0502040204020203" pitchFamily="34" charset="0"/>
              </a:rPr>
              <a:t> flag for precise matches; install multiple packages in one command by listing IDs separated by spaces</a:t>
            </a:r>
          </a:p>
          <a:p>
            <a:pPr marL="342900" indent="-342900">
              <a:spcAft>
                <a:spcPts val="300"/>
              </a:spcAft>
              <a:buSzPct val="100000"/>
              <a:buChar char="•"/>
            </a:pPr>
            <a:r>
              <a:rPr lang="en-US" sz="1400" dirty="0">
                <a:solidFill>
                  <a:srgbClr val="023047"/>
                </a:solidFill>
                <a:latin typeface="Segoe UI" panose="020B0502040204020203" pitchFamily="34" charset="0"/>
              </a:rPr>
              <a:t>Use </a:t>
            </a:r>
            <a:r>
              <a:rPr lang="en-US" sz="1400" b="1" dirty="0">
                <a:solidFill>
                  <a:srgbClr val="023047"/>
                </a:solidFill>
                <a:latin typeface="Segoe UI" panose="020B0502040204020203" pitchFamily="34" charset="0"/>
              </a:rPr>
              <a:t>winget configure</a:t>
            </a:r>
            <a:r>
              <a:rPr lang="en-US" sz="1400" dirty="0">
                <a:solidFill>
                  <a:srgbClr val="023047"/>
                </a:solidFill>
                <a:latin typeface="Segoe UI" panose="020B0502040204020203" pitchFamily="34" charset="0"/>
              </a:rPr>
              <a:t> with a YAML + PowerShell DSC file to automate server onboarding — reliable and repeatable</a:t>
            </a:r>
          </a:p>
          <a:p>
            <a:pPr marL="342900" indent="-342900">
              <a:spcAft>
                <a:spcPts val="300"/>
              </a:spcAft>
              <a:buSzPct val="100000"/>
              <a:buChar char="•"/>
            </a:pPr>
            <a:r>
              <a:rPr lang="en-US" sz="1400" dirty="0">
                <a:solidFill>
                  <a:srgbClr val="023047"/>
                </a:solidFill>
                <a:latin typeface="Segoe UI" panose="020B0502040204020203" pitchFamily="34" charset="0"/>
              </a:rPr>
              <a:t>Also supports </a:t>
            </a:r>
            <a:r>
              <a:rPr lang="en-US" sz="1400" b="1" dirty="0">
                <a:solidFill>
                  <a:srgbClr val="023047"/>
                </a:solidFill>
                <a:latin typeface="Segoe UI" panose="020B0502040204020203" pitchFamily="34" charset="0"/>
              </a:rPr>
              <a:t>winget export / import</a:t>
            </a:r>
            <a:r>
              <a:rPr lang="en-US" sz="1400" dirty="0">
                <a:solidFill>
                  <a:srgbClr val="023047"/>
                </a:solidFill>
                <a:latin typeface="Segoe UI" panose="020B0502040204020203" pitchFamily="34" charset="0"/>
              </a:rPr>
              <a:t> for saving and restoring full package lists across servers</a:t>
            </a:r>
          </a:p>
        </p:txBody>
      </p:sp>
      <p:sp>
        <p:nvSpPr>
          <p:cNvPr id="4" name="Course footer">
            <a:extLst>
              <a:ext uri="{FF2B5EF4-FFF2-40B4-BE49-F238E27FC236}">
                <a16:creationId xmlns:a16="http://schemas.microsoft.com/office/drawing/2014/main" id="{9B248A08-E367-34EA-A4B4-F3ECF61106DB}"/>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5 | Common Administrative Tasks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5" name="TextBox 4">
            <a:extLst>
              <a:ext uri="{FF2B5EF4-FFF2-40B4-BE49-F238E27FC236}">
                <a16:creationId xmlns:a16="http://schemas.microsoft.com/office/drawing/2014/main" id="{77D9CBBD-B3E5-1C1D-EA60-DE5C0EBA4D88}"/>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11</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2873065451"/>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2A7DD1-FEA2-38EB-383D-2267B13F4716}"/>
              </a:ext>
            </a:extLst>
          </p:cNvPr>
          <p:cNvSpPr>
            <a:spLocks noGrp="1"/>
          </p:cNvSpPr>
          <p:nvPr>
            <p:ph type="title"/>
          </p:nvPr>
        </p:nvSpPr>
        <p:spPr/>
        <p:txBody>
          <a:bodyPr wrap="square">
            <a:noAutofit/>
          </a:bodyPr>
          <a:lstStyle/>
          <a:p>
            <a:r>
              <a:rPr lang="en-GB"/>
              <a:t>Demonstration Plan</a:t>
            </a:r>
          </a:p>
        </p:txBody>
      </p:sp>
      <p:sp>
        <p:nvSpPr>
          <p:cNvPr id="3" name="Text 6">
            <a:extLst>
              <a:ext uri="{FF2B5EF4-FFF2-40B4-BE49-F238E27FC236}">
                <a16:creationId xmlns:a16="http://schemas.microsoft.com/office/drawing/2014/main" id="{F0F31838-4DE4-91CA-941C-413065B8465D}"/>
              </a:ext>
            </a:extLst>
          </p:cNvPr>
          <p:cNvSpPr/>
          <p:nvPr/>
        </p:nvSpPr>
        <p:spPr>
          <a:xfrm>
            <a:off x="273050" y="879951"/>
            <a:ext cx="8595360" cy="3977640"/>
          </a:xfrm>
          <a:prstGeom prst="rect">
            <a:avLst/>
          </a:prstGeom>
          <a:noFill/>
          <a:ln/>
        </p:spPr>
        <p:txBody>
          <a:bodyPr wrap="square" lIns="0" tIns="0" rIns="0" bIns="0" rtlCol="0" anchor="t">
            <a:normAutofit/>
          </a:bodyPr>
          <a:lstStyle/>
          <a:p>
            <a:pPr marL="342900" indent="-342900">
              <a:spcAft>
                <a:spcPts val="700"/>
              </a:spcAft>
              <a:buSzPct val="100000"/>
              <a:buChar char="•"/>
            </a:pPr>
            <a:r>
              <a:rPr lang="en-US" sz="1600" dirty="0">
                <a:solidFill>
                  <a:srgbClr val="023047"/>
                </a:solidFill>
                <a:latin typeface="Segoe UI" panose="020B0502040204020203" pitchFamily="34" charset="0"/>
                <a:ea typeface="Calibri" pitchFamily="34" charset="-122"/>
                <a:cs typeface="Calibri" pitchFamily="34" charset="-120"/>
              </a:rPr>
              <a:t>Review the most relevant management interface for the chapter topics</a:t>
            </a:r>
            <a:endParaRPr lang="en-US" sz="1600" dirty="0">
              <a:latin typeface="Segoe UI" panose="020B0502040204020203" pitchFamily="34" charset="0"/>
            </a:endParaRPr>
          </a:p>
          <a:p>
            <a:pPr marL="342900" indent="-342900">
              <a:spcAft>
                <a:spcPts val="700"/>
              </a:spcAft>
              <a:buSzPct val="100000"/>
              <a:buChar char="•"/>
            </a:pPr>
            <a:r>
              <a:rPr lang="en-US" sz="1600" dirty="0">
                <a:solidFill>
                  <a:srgbClr val="023047"/>
                </a:solidFill>
                <a:latin typeface="Segoe UI" panose="020B0502040204020203" pitchFamily="34" charset="0"/>
                <a:ea typeface="Calibri" pitchFamily="34" charset="-122"/>
                <a:cs typeface="Calibri" pitchFamily="34" charset="-120"/>
              </a:rPr>
              <a:t>Run one or more validating PowerShell examples</a:t>
            </a:r>
            <a:endParaRPr lang="en-US" sz="1600" dirty="0">
              <a:latin typeface="Segoe UI" panose="020B0502040204020203" pitchFamily="34" charset="0"/>
            </a:endParaRPr>
          </a:p>
          <a:p>
            <a:pPr marL="342900" indent="-342900">
              <a:spcAft>
                <a:spcPts val="700"/>
              </a:spcAft>
              <a:buSzPct val="100000"/>
              <a:buChar char="•"/>
            </a:pPr>
            <a:r>
              <a:rPr lang="en-US" sz="1600" dirty="0">
                <a:solidFill>
                  <a:srgbClr val="023047"/>
                </a:solidFill>
                <a:latin typeface="Segoe UI" panose="020B0502040204020203" pitchFamily="34" charset="0"/>
                <a:ea typeface="Calibri" pitchFamily="34" charset="-122"/>
                <a:cs typeface="Calibri" pitchFamily="34" charset="-120"/>
              </a:rPr>
              <a:t>Explain operational dependencies and expected results</a:t>
            </a:r>
            <a:endParaRPr lang="en-US" sz="1600" dirty="0">
              <a:latin typeface="Segoe UI" panose="020B0502040204020203" pitchFamily="34" charset="0"/>
            </a:endParaRPr>
          </a:p>
          <a:p>
            <a:pPr marL="342900" indent="-342900">
              <a:spcAft>
                <a:spcPts val="700"/>
              </a:spcAft>
              <a:buSzPct val="100000"/>
              <a:buChar char="•"/>
            </a:pPr>
            <a:r>
              <a:rPr lang="en-US" sz="1600" dirty="0">
                <a:solidFill>
                  <a:srgbClr val="023047"/>
                </a:solidFill>
                <a:latin typeface="Segoe UI" panose="020B0502040204020203" pitchFamily="34" charset="0"/>
                <a:ea typeface="Calibri" pitchFamily="34" charset="-122"/>
                <a:cs typeface="Calibri" pitchFamily="34" charset="-120"/>
              </a:rPr>
              <a:t>Connect the chapter concepts to later administration work</a:t>
            </a:r>
            <a:endParaRPr lang="en-US" sz="1600" dirty="0">
              <a:latin typeface="Segoe UI" panose="020B0502040204020203" pitchFamily="34" charset="0"/>
            </a:endParaRPr>
          </a:p>
        </p:txBody>
      </p:sp>
      <p:sp>
        <p:nvSpPr>
          <p:cNvPr id="4" name="Course footer">
            <a:extLst>
              <a:ext uri="{FF2B5EF4-FFF2-40B4-BE49-F238E27FC236}">
                <a16:creationId xmlns:a16="http://schemas.microsoft.com/office/drawing/2014/main" id="{D246EF26-1B2C-6829-D15B-AA58458830C5}"/>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5 | Common Administrative Tasks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5" name="TextBox 4">
            <a:extLst>
              <a:ext uri="{FF2B5EF4-FFF2-40B4-BE49-F238E27FC236}">
                <a16:creationId xmlns:a16="http://schemas.microsoft.com/office/drawing/2014/main" id="{F4D9A5A8-7350-A7BF-C9F2-074433260706}"/>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12</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3223840333"/>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2260BA-9ADA-85E2-9A57-6797BFAFDB80}"/>
              </a:ext>
            </a:extLst>
          </p:cNvPr>
          <p:cNvSpPr>
            <a:spLocks noGrp="1"/>
          </p:cNvSpPr>
          <p:nvPr>
            <p:ph type="title"/>
          </p:nvPr>
        </p:nvSpPr>
        <p:spPr/>
        <p:txBody>
          <a:bodyPr wrap="square">
            <a:noAutofit/>
          </a:bodyPr>
          <a:lstStyle/>
          <a:p>
            <a:r>
              <a:rPr lang="en-GB"/>
              <a:t>Chapter Summary</a:t>
            </a:r>
          </a:p>
        </p:txBody>
      </p:sp>
      <p:sp>
        <p:nvSpPr>
          <p:cNvPr id="3" name="Text Placeholder 2">
            <a:extLst>
              <a:ext uri="{FF2B5EF4-FFF2-40B4-BE49-F238E27FC236}">
                <a16:creationId xmlns:a16="http://schemas.microsoft.com/office/drawing/2014/main" id="{C99D8AF5-CC62-8002-C272-1A702EC7A5BE}"/>
              </a:ext>
            </a:extLst>
          </p:cNvPr>
          <p:cNvSpPr>
            <a:spLocks noGrp="1"/>
          </p:cNvSpPr>
          <p:nvPr>
            <p:ph type="body" sz="quarter" idx="11"/>
          </p:nvPr>
        </p:nvSpPr>
        <p:spPr/>
        <p:txBody>
          <a:bodyPr>
            <a:normAutofit/>
          </a:bodyPr>
          <a:lstStyle/>
          <a:p>
            <a:r>
              <a:rPr lang="en-GB">
                <a:solidFill>
                  <a:srgbClr val="0076D4"/>
                </a:solidFill>
                <a:latin typeface="Segoe UI Semibold" panose="020B0702040204020203" pitchFamily="34" charset="0"/>
              </a:rPr>
              <a:t>01</a:t>
            </a:r>
            <a:r>
              <a:rPr lang="en-GB">
                <a:latin typeface="Segoe UI" panose="020B0502040204020203" pitchFamily="34" charset="0"/>
              </a:rPr>
              <a:t>  Translate administration concepts into daily operational work</a:t>
            </a:r>
          </a:p>
        </p:txBody>
      </p:sp>
      <p:sp>
        <p:nvSpPr>
          <p:cNvPr id="4" name="Text Placeholder 3">
            <a:extLst>
              <a:ext uri="{FF2B5EF4-FFF2-40B4-BE49-F238E27FC236}">
                <a16:creationId xmlns:a16="http://schemas.microsoft.com/office/drawing/2014/main" id="{82262A7F-A8F8-2107-9709-72A2527BB801}"/>
              </a:ext>
            </a:extLst>
          </p:cNvPr>
          <p:cNvSpPr>
            <a:spLocks noGrp="1"/>
          </p:cNvSpPr>
          <p:nvPr>
            <p:ph type="body" sz="quarter" idx="15"/>
          </p:nvPr>
        </p:nvSpPr>
        <p:spPr/>
        <p:txBody>
          <a:bodyPr>
            <a:normAutofit/>
          </a:bodyPr>
          <a:lstStyle/>
          <a:p>
            <a:r>
              <a:rPr lang="en-GB">
                <a:solidFill>
                  <a:srgbClr val="0076D4"/>
                </a:solidFill>
                <a:latin typeface="Segoe UI Semibold" panose="020B0702040204020203" pitchFamily="34" charset="0"/>
              </a:rPr>
              <a:t>02</a:t>
            </a:r>
            <a:r>
              <a:rPr lang="en-GB">
                <a:latin typeface="Segoe UI" panose="020B0502040204020203" pitchFamily="34" charset="0"/>
              </a:rPr>
              <a:t>  Keep PowerShell and Server Manager aligned rather than teaching isolated click paths</a:t>
            </a:r>
          </a:p>
        </p:txBody>
      </p:sp>
      <p:sp>
        <p:nvSpPr>
          <p:cNvPr id="5" name="Text Placeholder 4">
            <a:extLst>
              <a:ext uri="{FF2B5EF4-FFF2-40B4-BE49-F238E27FC236}">
                <a16:creationId xmlns:a16="http://schemas.microsoft.com/office/drawing/2014/main" id="{C0932B59-23C0-BAF7-4897-492B125DD86D}"/>
              </a:ext>
            </a:extLst>
          </p:cNvPr>
          <p:cNvSpPr>
            <a:spLocks noGrp="1"/>
          </p:cNvSpPr>
          <p:nvPr>
            <p:ph type="body" sz="quarter" idx="17"/>
          </p:nvPr>
        </p:nvSpPr>
        <p:spPr/>
        <p:txBody>
          <a:bodyPr>
            <a:normAutofit/>
          </a:bodyPr>
          <a:lstStyle/>
          <a:p>
            <a:r>
              <a:rPr lang="en-GB">
                <a:solidFill>
                  <a:srgbClr val="0076D4"/>
                </a:solidFill>
                <a:latin typeface="Segoe UI Semibold" panose="020B0702040204020203" pitchFamily="34" charset="0"/>
              </a:rPr>
              <a:t>03</a:t>
            </a:r>
            <a:r>
              <a:rPr lang="en-GB">
                <a:latin typeface="Segoe UI" panose="020B0502040204020203" pitchFamily="34" charset="0"/>
              </a:rPr>
              <a:t>  Tie each task to security and change-control considerations</a:t>
            </a:r>
          </a:p>
        </p:txBody>
      </p:sp>
      <p:sp>
        <p:nvSpPr>
          <p:cNvPr id="6" name="Text Placeholder 5">
            <a:extLst>
              <a:ext uri="{FF2B5EF4-FFF2-40B4-BE49-F238E27FC236}">
                <a16:creationId xmlns:a16="http://schemas.microsoft.com/office/drawing/2014/main" id="{E7C0545D-D006-BA38-4878-AD9913674C22}"/>
              </a:ext>
            </a:extLst>
          </p:cNvPr>
          <p:cNvSpPr>
            <a:spLocks noGrp="1"/>
          </p:cNvSpPr>
          <p:nvPr>
            <p:ph type="body" sz="quarter" idx="19"/>
          </p:nvPr>
        </p:nvSpPr>
        <p:spPr/>
        <p:txBody>
          <a:bodyPr>
            <a:normAutofit/>
          </a:bodyPr>
          <a:lstStyle/>
          <a:p>
            <a:r>
              <a:rPr lang="en-GB">
                <a:solidFill>
                  <a:srgbClr val="0076D4"/>
                </a:solidFill>
                <a:latin typeface="Segoe UI Semibold" panose="020B0702040204020203" pitchFamily="34" charset="0"/>
              </a:rPr>
              <a:t>04</a:t>
            </a:r>
            <a:r>
              <a:rPr lang="en-GB">
                <a:latin typeface="Segoe UI" panose="020B0502040204020203" pitchFamily="34" charset="0"/>
              </a:rPr>
              <a:t>  Reinforce repeatable administration, validation, and supportable design choices</a:t>
            </a:r>
          </a:p>
        </p:txBody>
      </p:sp>
      <p:sp>
        <p:nvSpPr>
          <p:cNvPr id="8" name="Course footer">
            <a:extLst>
              <a:ext uri="{FF2B5EF4-FFF2-40B4-BE49-F238E27FC236}">
                <a16:creationId xmlns:a16="http://schemas.microsoft.com/office/drawing/2014/main" id="{CCEF066A-6807-918B-C2CE-3A8F5D54DD3E}"/>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5 | Common Administrative Tasks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9" name="TextBox 8">
            <a:extLst>
              <a:ext uri="{FF2B5EF4-FFF2-40B4-BE49-F238E27FC236}">
                <a16:creationId xmlns:a16="http://schemas.microsoft.com/office/drawing/2014/main" id="{48105A02-99EC-2B34-48D6-917AB46F0DE6}"/>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13</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3554997359"/>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FEB-3726-354E-29E9-E7A32FFFC69A}"/>
              </a:ext>
            </a:extLst>
          </p:cNvPr>
          <p:cNvSpPr>
            <a:spLocks noGrp="1"/>
          </p:cNvSpPr>
          <p:nvPr>
            <p:ph type="title"/>
          </p:nvPr>
        </p:nvSpPr>
        <p:spPr/>
        <p:txBody>
          <a:bodyPr wrap="square">
            <a:noAutofit/>
          </a:bodyPr>
          <a:lstStyle/>
          <a:p>
            <a:r>
              <a:rPr lang="en-GB"/>
              <a:t>Knowledge Check</a:t>
            </a:r>
          </a:p>
        </p:txBody>
      </p:sp>
      <p:sp>
        <p:nvSpPr>
          <p:cNvPr id="3" name="Text Placeholder 2">
            <a:extLst>
              <a:ext uri="{FF2B5EF4-FFF2-40B4-BE49-F238E27FC236}">
                <a16:creationId xmlns:a16="http://schemas.microsoft.com/office/drawing/2014/main" id="{E76C9290-6087-615C-5375-962CE8A8E553}"/>
              </a:ext>
            </a:extLst>
          </p:cNvPr>
          <p:cNvSpPr>
            <a:spLocks noGrp="1"/>
          </p:cNvSpPr>
          <p:nvPr>
            <p:ph type="body" sz="quarter" idx="11"/>
          </p:nvPr>
        </p:nvSpPr>
        <p:spPr/>
        <p:txBody>
          <a:bodyPr>
            <a:normAutofit/>
          </a:bodyPr>
          <a:lstStyle/>
          <a:p>
            <a:r>
              <a:rPr lang="en-GB">
                <a:solidFill>
                  <a:srgbClr val="0076D4"/>
                </a:solidFill>
                <a:latin typeface="Segoe UI Semibold" panose="020B0702040204020203" pitchFamily="34" charset="0"/>
              </a:rPr>
              <a:t>01</a:t>
            </a:r>
            <a:r>
              <a:rPr lang="en-GB">
                <a:latin typeface="Segoe UI" panose="020B0502040204020203" pitchFamily="34" charset="0"/>
              </a:rPr>
              <a:t>  What is the main administrative purpose of Managing roles and features?</a:t>
            </a:r>
          </a:p>
        </p:txBody>
      </p:sp>
      <p:sp>
        <p:nvSpPr>
          <p:cNvPr id="4" name="Text Placeholder 3">
            <a:extLst>
              <a:ext uri="{FF2B5EF4-FFF2-40B4-BE49-F238E27FC236}">
                <a16:creationId xmlns:a16="http://schemas.microsoft.com/office/drawing/2014/main" id="{4ED112F8-762C-75E3-C122-2D356FBAD215}"/>
              </a:ext>
            </a:extLst>
          </p:cNvPr>
          <p:cNvSpPr>
            <a:spLocks noGrp="1"/>
          </p:cNvSpPr>
          <p:nvPr>
            <p:ph type="body" sz="quarter" idx="15"/>
          </p:nvPr>
        </p:nvSpPr>
        <p:spPr/>
        <p:txBody>
          <a:bodyPr>
            <a:normAutofit/>
          </a:bodyPr>
          <a:lstStyle/>
          <a:p>
            <a:r>
              <a:rPr lang="en-GB">
                <a:solidFill>
                  <a:srgbClr val="0076D4"/>
                </a:solidFill>
                <a:latin typeface="Segoe UI Semibold" panose="020B0702040204020203" pitchFamily="34" charset="0"/>
              </a:rPr>
              <a:t>02</a:t>
            </a:r>
            <a:r>
              <a:rPr lang="en-GB">
                <a:latin typeface="Segoe UI" panose="020B0502040204020203" pitchFamily="34" charset="0"/>
              </a:rPr>
              <a:t>  What is the main administrative purpose of Managing services?</a:t>
            </a:r>
          </a:p>
        </p:txBody>
      </p:sp>
      <p:sp>
        <p:nvSpPr>
          <p:cNvPr id="5" name="Text Placeholder 4">
            <a:extLst>
              <a:ext uri="{FF2B5EF4-FFF2-40B4-BE49-F238E27FC236}">
                <a16:creationId xmlns:a16="http://schemas.microsoft.com/office/drawing/2014/main" id="{04B24545-3B92-E5F6-8DB6-703AAD00CCE7}"/>
              </a:ext>
            </a:extLst>
          </p:cNvPr>
          <p:cNvSpPr>
            <a:spLocks noGrp="1"/>
          </p:cNvSpPr>
          <p:nvPr>
            <p:ph type="body" sz="quarter" idx="17"/>
          </p:nvPr>
        </p:nvSpPr>
        <p:spPr/>
        <p:txBody>
          <a:bodyPr>
            <a:normAutofit/>
          </a:bodyPr>
          <a:lstStyle/>
          <a:p>
            <a:r>
              <a:rPr lang="en-GB">
                <a:solidFill>
                  <a:srgbClr val="0076D4"/>
                </a:solidFill>
                <a:latin typeface="Segoe UI Semibold" panose="020B0702040204020203" pitchFamily="34" charset="0"/>
              </a:rPr>
              <a:t>03</a:t>
            </a:r>
            <a:r>
              <a:rPr lang="en-GB">
                <a:latin typeface="Segoe UI" panose="020B0502040204020203" pitchFamily="34" charset="0"/>
              </a:rPr>
              <a:t>  What is the main administrative purpose of Reviewing events?</a:t>
            </a:r>
          </a:p>
        </p:txBody>
      </p:sp>
      <p:sp>
        <p:nvSpPr>
          <p:cNvPr id="6" name="Text Placeholder 5">
            <a:extLst>
              <a:ext uri="{FF2B5EF4-FFF2-40B4-BE49-F238E27FC236}">
                <a16:creationId xmlns:a16="http://schemas.microsoft.com/office/drawing/2014/main" id="{CADA87E2-347E-ABF3-A26D-F48CCD255477}"/>
              </a:ext>
            </a:extLst>
          </p:cNvPr>
          <p:cNvSpPr>
            <a:spLocks noGrp="1"/>
          </p:cNvSpPr>
          <p:nvPr>
            <p:ph type="body" sz="quarter" idx="19"/>
          </p:nvPr>
        </p:nvSpPr>
        <p:spPr/>
        <p:txBody>
          <a:bodyPr>
            <a:normAutofit/>
          </a:bodyPr>
          <a:lstStyle/>
          <a:p>
            <a:r>
              <a:rPr lang="en-GB">
                <a:solidFill>
                  <a:srgbClr val="0076D4"/>
                </a:solidFill>
                <a:latin typeface="Segoe UI Semibold" panose="020B0702040204020203" pitchFamily="34" charset="0"/>
              </a:rPr>
              <a:t>04</a:t>
            </a:r>
            <a:r>
              <a:rPr lang="en-GB">
                <a:latin typeface="Segoe UI" panose="020B0502040204020203" pitchFamily="34" charset="0"/>
              </a:rPr>
              <a:t>  What is the main administrative purpose of Configuring firewall?</a:t>
            </a:r>
          </a:p>
        </p:txBody>
      </p:sp>
      <p:sp>
        <p:nvSpPr>
          <p:cNvPr id="7" name="Text Placeholder 6">
            <a:extLst>
              <a:ext uri="{FF2B5EF4-FFF2-40B4-BE49-F238E27FC236}">
                <a16:creationId xmlns:a16="http://schemas.microsoft.com/office/drawing/2014/main" id="{182F75F2-B12F-A7B2-5869-4A23BF8071A9}"/>
              </a:ext>
            </a:extLst>
          </p:cNvPr>
          <p:cNvSpPr>
            <a:spLocks noGrp="1"/>
          </p:cNvSpPr>
          <p:nvPr>
            <p:ph type="body" sz="quarter" idx="21"/>
          </p:nvPr>
        </p:nvSpPr>
        <p:spPr/>
        <p:txBody>
          <a:bodyPr>
            <a:normAutofit/>
          </a:bodyPr>
          <a:lstStyle/>
          <a:p>
            <a:r>
              <a:rPr lang="en-GB">
                <a:solidFill>
                  <a:srgbClr val="0076D4"/>
                </a:solidFill>
                <a:latin typeface="Segoe UI Semibold" panose="020B0702040204020203" pitchFamily="34" charset="0"/>
              </a:rPr>
              <a:t>05</a:t>
            </a:r>
            <a:r>
              <a:rPr lang="en-GB">
                <a:latin typeface="Segoe UI" panose="020B0502040204020203" pitchFamily="34" charset="0"/>
              </a:rPr>
              <a:t>  What is the main administrative purpose of Patch management?</a:t>
            </a:r>
          </a:p>
        </p:txBody>
      </p:sp>
      <p:sp>
        <p:nvSpPr>
          <p:cNvPr id="8" name="Course footer">
            <a:extLst>
              <a:ext uri="{FF2B5EF4-FFF2-40B4-BE49-F238E27FC236}">
                <a16:creationId xmlns:a16="http://schemas.microsoft.com/office/drawing/2014/main" id="{39841BDC-AD44-D4CA-36A6-A24FC58D7B66}"/>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5 | Common Administrative Tasks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9" name="TextBox 8">
            <a:extLst>
              <a:ext uri="{FF2B5EF4-FFF2-40B4-BE49-F238E27FC236}">
                <a16:creationId xmlns:a16="http://schemas.microsoft.com/office/drawing/2014/main" id="{3A0C5171-FCD2-717D-3FA7-AE8E34092AE0}"/>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14</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992533238"/>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7C8325-C72F-4D90-011F-3B51846168E9}"/>
              </a:ext>
            </a:extLst>
          </p:cNvPr>
          <p:cNvSpPr>
            <a:spLocks noGrp="1"/>
          </p:cNvSpPr>
          <p:nvPr>
            <p:ph type="title"/>
          </p:nvPr>
        </p:nvSpPr>
        <p:spPr/>
        <p:txBody>
          <a:bodyPr wrap="square">
            <a:noAutofit/>
          </a:bodyPr>
          <a:lstStyle/>
          <a:p>
            <a:r>
              <a:rPr lang="en-GB"/>
              <a:t>Lab 0501 | Installing Server Roles and Managing Firewall</a:t>
            </a:r>
          </a:p>
        </p:txBody>
      </p:sp>
      <p:sp>
        <p:nvSpPr>
          <p:cNvPr id="3" name="Shape 0">
            <a:extLst>
              <a:ext uri="{FF2B5EF4-FFF2-40B4-BE49-F238E27FC236}">
                <a16:creationId xmlns:a16="http://schemas.microsoft.com/office/drawing/2014/main" id="{20AA148E-F240-A4A0-F6BF-98BAFDC50CA5}"/>
              </a:ext>
            </a:extLst>
          </p:cNvPr>
          <p:cNvSpPr/>
          <p:nvPr/>
        </p:nvSpPr>
        <p:spPr>
          <a:xfrm>
            <a:off x="0" y="0"/>
            <a:ext cx="193040" cy="5143500"/>
          </a:xfrm>
          <a:prstGeom prst="rect">
            <a:avLst/>
          </a:prstGeom>
          <a:solidFill>
            <a:srgbClr val="0076D4"/>
          </a:solidFill>
          <a:ln w="12700">
            <a:solidFill>
              <a:srgbClr val="0076D4"/>
            </a:solidFill>
            <a:prstDash val="solid"/>
          </a:ln>
        </p:spPr>
        <p:txBody>
          <a:bodyPr/>
          <a:lstStyle/>
          <a:p>
            <a:endParaRPr lang="en-US"/>
          </a:p>
        </p:txBody>
      </p:sp>
      <p:sp>
        <p:nvSpPr>
          <p:cNvPr id="4" name="Shape 2">
            <a:extLst>
              <a:ext uri="{FF2B5EF4-FFF2-40B4-BE49-F238E27FC236}">
                <a16:creationId xmlns:a16="http://schemas.microsoft.com/office/drawing/2014/main" id="{E800B9E2-7817-7788-B39B-1B56A7AF14D2}"/>
              </a:ext>
            </a:extLst>
          </p:cNvPr>
          <p:cNvSpPr/>
          <p:nvPr/>
        </p:nvSpPr>
        <p:spPr>
          <a:xfrm>
            <a:off x="551180" y="765810"/>
            <a:ext cx="2011680" cy="384048"/>
          </a:xfrm>
          <a:prstGeom prst="rect">
            <a:avLst/>
          </a:prstGeom>
          <a:solidFill>
            <a:srgbClr val="0076D4"/>
          </a:solidFill>
          <a:ln w="12700">
            <a:solidFill>
              <a:srgbClr val="0076D4"/>
            </a:solidFill>
            <a:prstDash val="solid"/>
          </a:ln>
        </p:spPr>
        <p:txBody>
          <a:bodyPr/>
          <a:lstStyle/>
          <a:p>
            <a:endParaRPr lang="en-US"/>
          </a:p>
        </p:txBody>
      </p:sp>
      <p:sp>
        <p:nvSpPr>
          <p:cNvPr id="5" name="Text 3">
            <a:extLst>
              <a:ext uri="{FF2B5EF4-FFF2-40B4-BE49-F238E27FC236}">
                <a16:creationId xmlns:a16="http://schemas.microsoft.com/office/drawing/2014/main" id="{98E8ED02-78AB-32D1-B874-3959C4EEF7C0}"/>
              </a:ext>
            </a:extLst>
          </p:cNvPr>
          <p:cNvSpPr/>
          <p:nvPr/>
        </p:nvSpPr>
        <p:spPr>
          <a:xfrm>
            <a:off x="551180" y="765810"/>
            <a:ext cx="2011680" cy="384048"/>
          </a:xfrm>
          <a:prstGeom prst="rect">
            <a:avLst/>
          </a:prstGeom>
          <a:noFill/>
          <a:ln/>
        </p:spPr>
        <p:txBody>
          <a:bodyPr wrap="square" lIns="0" tIns="0" rIns="0" bIns="0" rtlCol="0" anchor="ctr">
            <a:normAutofit/>
          </a:bodyPr>
          <a:lstStyle/>
          <a:p>
            <a:pPr marL="0" indent="0" algn="ctr">
              <a:buNone/>
            </a:pPr>
            <a:r>
              <a:rPr lang="en-US" sz="1200" b="1" dirty="0">
                <a:solidFill>
                  <a:srgbClr val="023047"/>
                </a:solidFill>
                <a:latin typeface="Segoe UI" panose="020B0502040204020203" pitchFamily="34" charset="0"/>
                <a:ea typeface="Calibri" pitchFamily="34" charset="-122"/>
                <a:cs typeface="Calibri" pitchFamily="34" charset="-120"/>
              </a:rPr>
              <a:t>PRACTICE LAB</a:t>
            </a:r>
            <a:endParaRPr lang="en-US" sz="1200" dirty="0">
              <a:latin typeface="Segoe UI" panose="020B0502040204020203" pitchFamily="34" charset="0"/>
            </a:endParaRPr>
          </a:p>
        </p:txBody>
      </p:sp>
      <p:sp>
        <p:nvSpPr>
          <p:cNvPr id="6" name="Text 4">
            <a:extLst>
              <a:ext uri="{FF2B5EF4-FFF2-40B4-BE49-F238E27FC236}">
                <a16:creationId xmlns:a16="http://schemas.microsoft.com/office/drawing/2014/main" id="{F13FE384-03A0-3351-7000-E60D3A337172}"/>
              </a:ext>
            </a:extLst>
          </p:cNvPr>
          <p:cNvSpPr/>
          <p:nvPr/>
        </p:nvSpPr>
        <p:spPr>
          <a:xfrm>
            <a:off x="551180" y="1296162"/>
            <a:ext cx="7772400" cy="594360"/>
          </a:xfrm>
          <a:prstGeom prst="rect">
            <a:avLst/>
          </a:prstGeom>
          <a:noFill/>
          <a:ln/>
        </p:spPr>
        <p:txBody>
          <a:bodyPr wrap="square" lIns="0" tIns="0" rIns="0" bIns="0" rtlCol="0" anchor="ctr">
            <a:normAutofit/>
          </a:bodyPr>
          <a:lstStyle/>
          <a:p>
            <a:pPr marL="0" indent="0" algn="l">
              <a:buNone/>
            </a:pPr>
            <a:r>
              <a:rPr lang="en-US" sz="3000" b="1" dirty="0">
                <a:latin typeface="Segoe UI" panose="020B0502040204020203" pitchFamily="34" charset="0"/>
                <a:ea typeface="Calibri" pitchFamily="34" charset="-122"/>
                <a:cs typeface="Calibri" pitchFamily="34" charset="-120"/>
              </a:rPr>
              <a:t>Lab 0501</a:t>
            </a:r>
            <a:endParaRPr lang="en-US" sz="3000" dirty="0">
              <a:latin typeface="Segoe UI" panose="020B0502040204020203" pitchFamily="34" charset="0"/>
            </a:endParaRPr>
          </a:p>
        </p:txBody>
      </p:sp>
      <p:sp>
        <p:nvSpPr>
          <p:cNvPr id="7" name="Text 5">
            <a:extLst>
              <a:ext uri="{FF2B5EF4-FFF2-40B4-BE49-F238E27FC236}">
                <a16:creationId xmlns:a16="http://schemas.microsoft.com/office/drawing/2014/main" id="{3DF30D24-C07B-8262-E882-0742D36AB883}"/>
              </a:ext>
            </a:extLst>
          </p:cNvPr>
          <p:cNvSpPr/>
          <p:nvPr/>
        </p:nvSpPr>
        <p:spPr>
          <a:xfrm>
            <a:off x="551180" y="2000250"/>
            <a:ext cx="7498080" cy="685800"/>
          </a:xfrm>
          <a:prstGeom prst="rect">
            <a:avLst/>
          </a:prstGeom>
          <a:noFill/>
          <a:ln/>
        </p:spPr>
        <p:txBody>
          <a:bodyPr wrap="square" lIns="0" tIns="0" rIns="0" bIns="0" rtlCol="0" anchor="ctr">
            <a:normAutofit/>
          </a:bodyPr>
          <a:lstStyle/>
          <a:p>
            <a:pPr marL="0" indent="0" algn="l">
              <a:buNone/>
            </a:pPr>
            <a:r>
              <a:rPr lang="en-US" sz="2200" b="1" dirty="0">
                <a:solidFill>
                  <a:srgbClr val="FFFFFF"/>
                </a:solidFill>
                <a:latin typeface="Segoe UI" panose="020B0502040204020203" pitchFamily="34" charset="0"/>
                <a:ea typeface="Calibri" pitchFamily="34" charset="-122"/>
                <a:cs typeface="Calibri" pitchFamily="34" charset="-120"/>
              </a:rPr>
              <a:t>Installing Server Roles and Managing Firewall</a:t>
            </a:r>
            <a:endParaRPr lang="en-US" sz="2200" dirty="0">
              <a:latin typeface="Segoe UI" panose="020B0502040204020203" pitchFamily="34" charset="0"/>
            </a:endParaRPr>
          </a:p>
        </p:txBody>
      </p:sp>
      <p:sp>
        <p:nvSpPr>
          <p:cNvPr id="8" name="Shape 6">
            <a:extLst>
              <a:ext uri="{FF2B5EF4-FFF2-40B4-BE49-F238E27FC236}">
                <a16:creationId xmlns:a16="http://schemas.microsoft.com/office/drawing/2014/main" id="{E7BBD179-86D1-541D-B533-8EAFBB82888E}"/>
              </a:ext>
            </a:extLst>
          </p:cNvPr>
          <p:cNvSpPr/>
          <p:nvPr/>
        </p:nvSpPr>
        <p:spPr>
          <a:xfrm>
            <a:off x="551180" y="2713482"/>
            <a:ext cx="4114800" cy="36576"/>
          </a:xfrm>
          <a:prstGeom prst="rect">
            <a:avLst/>
          </a:prstGeom>
          <a:solidFill>
            <a:srgbClr val="FB8500"/>
          </a:solidFill>
          <a:ln w="12700">
            <a:solidFill>
              <a:srgbClr val="FB8500"/>
            </a:solidFill>
            <a:prstDash val="solid"/>
          </a:ln>
        </p:spPr>
        <p:txBody>
          <a:bodyPr/>
          <a:lstStyle/>
          <a:p>
            <a:endParaRPr lang="en-US"/>
          </a:p>
        </p:txBody>
      </p:sp>
      <p:sp>
        <p:nvSpPr>
          <p:cNvPr id="9" name="Text 7">
            <a:extLst>
              <a:ext uri="{FF2B5EF4-FFF2-40B4-BE49-F238E27FC236}">
                <a16:creationId xmlns:a16="http://schemas.microsoft.com/office/drawing/2014/main" id="{BEC3C0D3-5FD5-8A9C-29B0-B1B5CFA39E15}"/>
              </a:ext>
            </a:extLst>
          </p:cNvPr>
          <p:cNvSpPr/>
          <p:nvPr/>
        </p:nvSpPr>
        <p:spPr>
          <a:xfrm>
            <a:off x="551180" y="2823210"/>
            <a:ext cx="7589520" cy="2103120"/>
          </a:xfrm>
          <a:prstGeom prst="rect">
            <a:avLst/>
          </a:prstGeom>
          <a:noFill/>
          <a:ln/>
        </p:spPr>
        <p:txBody>
          <a:bodyPr wrap="square" lIns="0" tIns="0" rIns="0" bIns="0" rtlCol="0" anchor="t">
            <a:normAutofit/>
          </a:bodyPr>
          <a:lstStyle/>
          <a:p>
            <a:pPr marL="0" indent="0" algn="l">
              <a:buNone/>
            </a:pPr>
            <a:r>
              <a:rPr lang="en-US" sz="1400" dirty="0">
                <a:latin typeface="Segoe UI" panose="020B0502040204020203" pitchFamily="34" charset="0"/>
                <a:ea typeface="Calibri" pitchFamily="34" charset="-122"/>
                <a:cs typeface="Calibri" pitchFamily="34" charset="-120"/>
              </a:rPr>
              <a:t>In this lab, you will install a Windows Server role (Web Server/IIS) and manage Windows Firewall rules. You will use both Server Manager and PowerShell to accomplish these tasks. This lab demonstrates core administrative tasks that you will perform regularly.</a:t>
            </a:r>
            <a:endParaRPr lang="en-US" sz="1400" dirty="0">
              <a:latin typeface="Segoe UI" panose="020B0502040204020203" pitchFamily="34" charset="0"/>
            </a:endParaRPr>
          </a:p>
        </p:txBody>
      </p:sp>
      <p:sp>
        <p:nvSpPr>
          <p:cNvPr id="11" name="Course footer">
            <a:extLst>
              <a:ext uri="{FF2B5EF4-FFF2-40B4-BE49-F238E27FC236}">
                <a16:creationId xmlns:a16="http://schemas.microsoft.com/office/drawing/2014/main" id="{4B785CE7-9CC3-F388-CEF5-AEB1DD5C6146}"/>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5 | Common Administrative Tasks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12" name="TextBox 11">
            <a:extLst>
              <a:ext uri="{FF2B5EF4-FFF2-40B4-BE49-F238E27FC236}">
                <a16:creationId xmlns:a16="http://schemas.microsoft.com/office/drawing/2014/main" id="{AE6290EC-FBF2-5617-27E9-D9E823A27302}"/>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15</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303586985"/>
      </p:ext>
    </p:extLst>
  </p:cSld>
  <p:clrMapOvr>
    <a:masterClrMapping/>
  </p:clrMapOvr>
  <p:transition>
    <p:fade/>
  </p:transition>
</p:sld>
</file>

<file path=ppt/theme/theme1.xml><?xml version="1.0" encoding="utf-8"?>
<a:theme xmlns:a="http://schemas.openxmlformats.org/drawingml/2006/main" name="Microsoft Power Platform Templat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TT_Azure_PowerPoint_Template_Dec19" id="{4D812253-AE16-49B7-9E8B-E155C396F1B1}" vid="{CDFF03D5-E879-4992-95FD-25D14F5B9F5C}"/>
    </a:ext>
  </a:extLst>
</a:theme>
</file>

<file path=ppt/theme/theme2.xml><?xml version="1.0" encoding="utf-8"?>
<a:theme xmlns:a="http://schemas.openxmlformats.org/drawingml/2006/main" name="1_Microsoft Power Platform Template">
  <a:themeElements>
    <a:clrScheme name="Azure">
      <a:dk1>
        <a:srgbClr val="000000"/>
      </a:dk1>
      <a:lt1>
        <a:srgbClr val="FFFFFF"/>
      </a:lt1>
      <a:dk2>
        <a:srgbClr val="0078D4"/>
      </a:dk2>
      <a:lt2>
        <a:srgbClr val="FFFFFF"/>
      </a:lt2>
      <a:accent1>
        <a:srgbClr val="243A5E"/>
      </a:accent1>
      <a:accent2>
        <a:srgbClr val="75757A"/>
      </a:accent2>
      <a:accent3>
        <a:srgbClr val="000041"/>
      </a:accent3>
      <a:accent4>
        <a:srgbClr val="0078D4"/>
      </a:accent4>
      <a:accent5>
        <a:srgbClr val="50E6FF"/>
      </a:accent5>
      <a:accent6>
        <a:srgbClr val="EBEBEB"/>
      </a:accent6>
      <a:hlink>
        <a:srgbClr val="0078D4"/>
      </a:hlink>
      <a:folHlink>
        <a:srgbClr val="0078D4"/>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TT_Azure_PowerPoint_Template_Dec19" id="{4D812253-AE16-49B7-9E8B-E155C396F1B1}" vid="{CDFF03D5-E879-4992-95FD-25D14F5B9F5C}"/>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8E56D214-2B21-664F-BA07-7E919B3FE1B3}">
  <we:reference id="wa200010001" version="1.0.0.1" store="en-US" storeType="OMEX"/>
  <we:alternateReferences>
    <we:reference id="WA200010001" version="1.0.0.1" store="" storeType="OMEX"/>
  </we:alternateReferences>
  <we:properties>
    <we:property name="claude.fileId" value="&quot;63b2ca3e-dfc6-4af1-8b8e-c69ca02cda5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MasterTemplateDeck</Template>
  <TotalTime>29</TotalTime>
  <Words>1455</Words>
  <Application>Microsoft Macintosh PowerPoint</Application>
  <PresentationFormat>On-screen Show (16:9)</PresentationFormat>
  <Paragraphs>128</Paragraphs>
  <Slides>15</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15</vt:i4>
      </vt:variant>
    </vt:vector>
  </HeadingPairs>
  <TitlesOfParts>
    <vt:vector size="23" baseType="lpstr">
      <vt:lpstr>Aptos</vt:lpstr>
      <vt:lpstr>Arial</vt:lpstr>
      <vt:lpstr>Consolas</vt:lpstr>
      <vt:lpstr>Segoe UI</vt:lpstr>
      <vt:lpstr>Segoe UI Semibold</vt:lpstr>
      <vt:lpstr>Wingdings</vt:lpstr>
      <vt:lpstr>Microsoft Power Platform Template</vt:lpstr>
      <vt:lpstr>1_Microsoft Power Platform Template</vt:lpstr>
      <vt:lpstr>Chapter 5: Common Administrative
Tasks</vt:lpstr>
      <vt:lpstr>Learning Objectives</vt:lpstr>
      <vt:lpstr>Chapter Topics</vt:lpstr>
      <vt:lpstr>5.1 Managing Roles and Features</vt:lpstr>
      <vt:lpstr>5.2 Managing Services</vt:lpstr>
      <vt:lpstr>5.3 Reviewing Events</vt:lpstr>
      <vt:lpstr>5.4 Configuring Firewall</vt:lpstr>
      <vt:lpstr>5.5 Patch Management</vt:lpstr>
      <vt:lpstr>5.5a Hotpatch - Security Updates Without Reboots</vt:lpstr>
      <vt:lpstr>5.5b Windows Autopatch - Client Devices Only</vt:lpstr>
      <vt:lpstr>5.6 Installing Software with WinGet on Server 2025</vt:lpstr>
      <vt:lpstr>Demonstration Plan</vt:lpstr>
      <vt:lpstr>Chapter Summary</vt:lpstr>
      <vt:lpstr>Knowledge Check</vt:lpstr>
      <vt:lpstr>Lab 0501 | Installing Server Roles and Managing Firewall</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Michael Whitehouse</cp:lastModifiedBy>
  <cp:revision>1</cp:revision>
  <dcterms:created xsi:type="dcterms:W3CDTF">2026-04-07T14:56:50Z</dcterms:created>
  <dcterms:modified xsi:type="dcterms:W3CDTF">2026-06-27T20:02:39Z</dcterms:modified>
</cp:coreProperties>
</file>